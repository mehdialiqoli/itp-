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16" r:id="rId1"/>
  </p:sldMasterIdLst>
  <p:notesMasterIdLst>
    <p:notesMasterId r:id="rId44"/>
  </p:notesMasterIdLst>
  <p:handoutMasterIdLst>
    <p:handoutMasterId r:id="rId45"/>
  </p:handoutMasterIdLst>
  <p:sldIdLst>
    <p:sldId id="256" r:id="rId2"/>
    <p:sldId id="264" r:id="rId3"/>
    <p:sldId id="265" r:id="rId4"/>
    <p:sldId id="327" r:id="rId5"/>
    <p:sldId id="783" r:id="rId6"/>
    <p:sldId id="732" r:id="rId7"/>
    <p:sldId id="733" r:id="rId8"/>
    <p:sldId id="735" r:id="rId9"/>
    <p:sldId id="734" r:id="rId10"/>
    <p:sldId id="261" r:id="rId11"/>
    <p:sldId id="289" r:id="rId12"/>
    <p:sldId id="326" r:id="rId13"/>
    <p:sldId id="263" r:id="rId14"/>
    <p:sldId id="305" r:id="rId15"/>
    <p:sldId id="306" r:id="rId16"/>
    <p:sldId id="307" r:id="rId17"/>
    <p:sldId id="308" r:id="rId18"/>
    <p:sldId id="309" r:id="rId19"/>
    <p:sldId id="310" r:id="rId20"/>
    <p:sldId id="311" r:id="rId21"/>
    <p:sldId id="319" r:id="rId22"/>
    <p:sldId id="312" r:id="rId23"/>
    <p:sldId id="313" r:id="rId24"/>
    <p:sldId id="314" r:id="rId25"/>
    <p:sldId id="317" r:id="rId26"/>
    <p:sldId id="315" r:id="rId27"/>
    <p:sldId id="318" r:id="rId28"/>
    <p:sldId id="325" r:id="rId29"/>
    <p:sldId id="329" r:id="rId30"/>
    <p:sldId id="784" r:id="rId31"/>
    <p:sldId id="331" r:id="rId32"/>
    <p:sldId id="785" r:id="rId33"/>
    <p:sldId id="328" r:id="rId34"/>
    <p:sldId id="330" r:id="rId35"/>
    <p:sldId id="271" r:id="rId36"/>
    <p:sldId id="786" r:id="rId37"/>
    <p:sldId id="320" r:id="rId38"/>
    <p:sldId id="296" r:id="rId39"/>
    <p:sldId id="278" r:id="rId40"/>
    <p:sldId id="279" r:id="rId41"/>
    <p:sldId id="297" r:id="rId42"/>
    <p:sldId id="298" r:id="rId43"/>
  </p:sldIdLst>
  <p:sldSz cx="12192000" cy="6858000"/>
  <p:notesSz cx="6858000" cy="9144000"/>
  <p:defaultTextStyle>
    <a:defPPr>
      <a:defRPr lang="en-US"/>
    </a:defPPr>
    <a:lvl1pPr marL="0" algn="l" defTabSz="1028053" rtl="0" eaLnBrk="1" latinLnBrk="0" hangingPunct="1">
      <a:defRPr sz="2024" kern="1200">
        <a:solidFill>
          <a:schemeClr val="tx1"/>
        </a:solidFill>
        <a:latin typeface="+mn-lt"/>
        <a:ea typeface="+mn-ea"/>
        <a:cs typeface="+mn-cs"/>
      </a:defRPr>
    </a:lvl1pPr>
    <a:lvl2pPr marL="514026" algn="l" defTabSz="1028053" rtl="0" eaLnBrk="1" latinLnBrk="0" hangingPunct="1">
      <a:defRPr sz="2024" kern="1200">
        <a:solidFill>
          <a:schemeClr val="tx1"/>
        </a:solidFill>
        <a:latin typeface="+mn-lt"/>
        <a:ea typeface="+mn-ea"/>
        <a:cs typeface="+mn-cs"/>
      </a:defRPr>
    </a:lvl2pPr>
    <a:lvl3pPr marL="1028053" algn="l" defTabSz="1028053" rtl="0" eaLnBrk="1" latinLnBrk="0" hangingPunct="1">
      <a:defRPr sz="2024" kern="1200">
        <a:solidFill>
          <a:schemeClr val="tx1"/>
        </a:solidFill>
        <a:latin typeface="+mn-lt"/>
        <a:ea typeface="+mn-ea"/>
        <a:cs typeface="+mn-cs"/>
      </a:defRPr>
    </a:lvl3pPr>
    <a:lvl4pPr marL="1542079" algn="l" defTabSz="1028053" rtl="0" eaLnBrk="1" latinLnBrk="0" hangingPunct="1">
      <a:defRPr sz="2024" kern="1200">
        <a:solidFill>
          <a:schemeClr val="tx1"/>
        </a:solidFill>
        <a:latin typeface="+mn-lt"/>
        <a:ea typeface="+mn-ea"/>
        <a:cs typeface="+mn-cs"/>
      </a:defRPr>
    </a:lvl4pPr>
    <a:lvl5pPr marL="2056105" algn="l" defTabSz="1028053" rtl="0" eaLnBrk="1" latinLnBrk="0" hangingPunct="1">
      <a:defRPr sz="2024" kern="1200">
        <a:solidFill>
          <a:schemeClr val="tx1"/>
        </a:solidFill>
        <a:latin typeface="+mn-lt"/>
        <a:ea typeface="+mn-ea"/>
        <a:cs typeface="+mn-cs"/>
      </a:defRPr>
    </a:lvl5pPr>
    <a:lvl6pPr marL="2570132" algn="l" defTabSz="1028053" rtl="0" eaLnBrk="1" latinLnBrk="0" hangingPunct="1">
      <a:defRPr sz="2024" kern="1200">
        <a:solidFill>
          <a:schemeClr val="tx1"/>
        </a:solidFill>
        <a:latin typeface="+mn-lt"/>
        <a:ea typeface="+mn-ea"/>
        <a:cs typeface="+mn-cs"/>
      </a:defRPr>
    </a:lvl6pPr>
    <a:lvl7pPr marL="3084158" algn="l" defTabSz="1028053" rtl="0" eaLnBrk="1" latinLnBrk="0" hangingPunct="1">
      <a:defRPr sz="2024" kern="1200">
        <a:solidFill>
          <a:schemeClr val="tx1"/>
        </a:solidFill>
        <a:latin typeface="+mn-lt"/>
        <a:ea typeface="+mn-ea"/>
        <a:cs typeface="+mn-cs"/>
      </a:defRPr>
    </a:lvl7pPr>
    <a:lvl8pPr marL="3598184" algn="l" defTabSz="1028053" rtl="0" eaLnBrk="1" latinLnBrk="0" hangingPunct="1">
      <a:defRPr sz="2024" kern="1200">
        <a:solidFill>
          <a:schemeClr val="tx1"/>
        </a:solidFill>
        <a:latin typeface="+mn-lt"/>
        <a:ea typeface="+mn-ea"/>
        <a:cs typeface="+mn-cs"/>
      </a:defRPr>
    </a:lvl8pPr>
    <a:lvl9pPr marL="4112210" algn="l" defTabSz="1028053" rtl="0" eaLnBrk="1" latinLnBrk="0" hangingPunct="1">
      <a:defRPr sz="2024" kern="1200">
        <a:solidFill>
          <a:schemeClr val="tx1"/>
        </a:solidFill>
        <a:latin typeface="+mn-lt"/>
        <a:ea typeface="+mn-ea"/>
        <a:cs typeface="+mn-cs"/>
      </a:defRPr>
    </a:lvl9pPr>
  </p:defaultTextStyle>
  <p:extLst>
    <p:ext uri="{521415D9-36F7-43E2-AB2F-B90AF26B5E84}">
      <p14:sectionLst xmlns:p14="http://schemas.microsoft.com/office/powerpoint/2010/main">
        <p14:section name="Course Introduction" id="{E6EDAD25-BDE2-4CC6-8D09-8ED590FB1512}">
          <p14:sldIdLst>
            <p14:sldId id="256"/>
            <p14:sldId id="264"/>
            <p14:sldId id="265"/>
            <p14:sldId id="327"/>
            <p14:sldId id="783"/>
            <p14:sldId id="732"/>
            <p14:sldId id="733"/>
            <p14:sldId id="735"/>
            <p14:sldId id="734"/>
            <p14:sldId id="261"/>
            <p14:sldId id="289"/>
            <p14:sldId id="326"/>
            <p14:sldId id="263"/>
            <p14:sldId id="305"/>
            <p14:sldId id="306"/>
            <p14:sldId id="307"/>
            <p14:sldId id="308"/>
            <p14:sldId id="309"/>
            <p14:sldId id="310"/>
            <p14:sldId id="311"/>
            <p14:sldId id="319"/>
            <p14:sldId id="312"/>
            <p14:sldId id="313"/>
            <p14:sldId id="314"/>
            <p14:sldId id="317"/>
            <p14:sldId id="315"/>
            <p14:sldId id="318"/>
            <p14:sldId id="325"/>
            <p14:sldId id="329"/>
            <p14:sldId id="784"/>
            <p14:sldId id="331"/>
            <p14:sldId id="785"/>
            <p14:sldId id="328"/>
            <p14:sldId id="330"/>
            <p14:sldId id="271"/>
            <p14:sldId id="786"/>
            <p14:sldId id="320"/>
            <p14:sldId id="296"/>
            <p14:sldId id="278"/>
            <p14:sldId id="279"/>
            <p14:sldId id="297"/>
            <p14:sldId id="2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7"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p:scale>
          <a:sx n="148" d="100"/>
          <a:sy n="148" d="100"/>
        </p:scale>
        <p:origin x="1373" y="-34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3B2B34-629B-4729-B306-B1417EF526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5AD740A-B125-48ED-9C3A-D274A7C1E7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FEEBEA-C87F-407B-B193-90E50A29F43E}" type="datetimeFigureOut">
              <a:rPr lang="en-GB" smtClean="0"/>
              <a:t>22/08/2024</a:t>
            </a:fld>
            <a:endParaRPr lang="en-GB"/>
          </a:p>
        </p:txBody>
      </p:sp>
      <p:sp>
        <p:nvSpPr>
          <p:cNvPr id="4" name="Footer Placeholder 3">
            <a:extLst>
              <a:ext uri="{FF2B5EF4-FFF2-40B4-BE49-F238E27FC236}">
                <a16:creationId xmlns:a16="http://schemas.microsoft.com/office/drawing/2014/main" id="{721F6961-7808-4D1D-B260-7F026EF99E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i-FI"/>
              <a:t>Usman Ali (uali@iba.edu.pk)</a:t>
            </a:r>
            <a:endParaRPr lang="en-GB"/>
          </a:p>
        </p:txBody>
      </p:sp>
      <p:sp>
        <p:nvSpPr>
          <p:cNvPr id="5" name="Slide Number Placeholder 4">
            <a:extLst>
              <a:ext uri="{FF2B5EF4-FFF2-40B4-BE49-F238E27FC236}">
                <a16:creationId xmlns:a16="http://schemas.microsoft.com/office/drawing/2014/main" id="{D0FF72E4-A5A1-4787-9E2B-2A4F346183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FE3FF6-C984-48CF-A679-378BC71E11A9}" type="slidenum">
              <a:rPr lang="en-GB" smtClean="0"/>
              <a:t>‹#›</a:t>
            </a:fld>
            <a:endParaRPr lang="en-GB"/>
          </a:p>
        </p:txBody>
      </p:sp>
    </p:spTree>
    <p:extLst>
      <p:ext uri="{BB962C8B-B14F-4D97-AF65-F5344CB8AC3E}">
        <p14:creationId xmlns:p14="http://schemas.microsoft.com/office/powerpoint/2010/main" val="113905130"/>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24570" units="in"/>
          <inkml:channel name="Y" type="integer" max="18428" units="in"/>
          <inkml:channel name="F" type="integer" max="255" units="dev"/>
        </inkml:traceFormat>
        <inkml:channelProperties>
          <inkml:channelProperty channel="X" name="resolution" value="2978.18188" units="1/in"/>
          <inkml:channelProperty channel="Y" name="resolution" value="2978.02197" units="1/in"/>
          <inkml:channelProperty channel="F" name="resolution" value="INF" units="1/dev"/>
        </inkml:channelProperties>
      </inkml:inkSource>
      <inkml:timestamp xml:id="ts0" timeString="2007-04-25T13:37:36.359"/>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45 0,'0'0'4,"0"0"1,0 0 0,0 0-1,0 0 0,0 0 0,0 0 0,0 0-1,0 0 0,0 0-1,0 0 1,0 0-1,11-4 0,-11 4 0,9-2 0,-9 2-1,13-1 1,-13 1-1,16-2-1,-7 1 1,1 0 0,0 1 1,0-1-1,1 0 1,-1 0-1,0 0 1,1 1 0,-11 0-1,22 0 0,-12 0 0,1 1 0,2 0-1,0 0 0,2 1 0,-3-2 1,2 2-1,0-1 0,2 0 1,0 0-2,0 0 2,-2 0-1,3-1 1,-2 1-1,3 0 0,-4 0 1,3 0-2,-3 2 2,3-2-1,3 1 0,-3 0 1,5-1 0,-5 0-1,5 0 0,1 0 1,0-1-1,-3 1 1,3-1 0,-4 1-1,0-1 1,1 1 0,-2-1-1,-2 1 1,3 0 0,-4 0-1,0 1 1,2-2-1,-3 1 0,2 0 0,-1 0 2,3 0-2,-5-1 0,3 0 1,-1-1-1,2 1 0,1 0 0,2 0 1,-1 0-1,-1 0 0,3 0 0,1 0 0,-3-1 0,4 1 1,-2-1 0,-2 0-1,4-1 1,-2 1 0,2 0-1,-2-1 1,3 1 0,-1 1-1,-1-1 1,0 1-1,-1-1 0,1 1 0,0 0 0,-3 0 1,2 0-1,-1-1 0,-1 2 0,1-2 0,-2 1 0,0 0 0,-1 0 1,1-1-1,-2 0 0,1 1 0,0-2 0,1 1 0,1-1 0,2 0 0,0 1 0,-2 1 0,2-1 0,2 1 0,-2-1 0,-1 1 0,2 0 0,-1 0 0,1-1 0,-1 1 0,4-1 0,-2 0 0,2 0 0,-4 0 0,3 0 0,-1 0 0,0 0 0,1 0 1,-3 0-1,2 0 0,-2 1 0,1-2 0,-2 2 0,2-1 0,-1-1 0,-3 1 1,0-1-1,1 0 0,-2 0 0,1 1 0,-1-1 1,-2 1-1,0-1 1,3 1-1,-4 0 1,1 1-1,-4-1 1,1 0-1,-3 0 0,1 1 0,-10 0 0,13-2 0,-13 2 0,11 0 0,-11 0 0,14-2 0,-14 2 1,15-2-2,-15 2 2,19 0-1,-8 0 0,-2 0 0,3 0 0,-3 0 0,3 0-1,-3 0 1,0 0 0,-9 0 1,18-3-1,-18 3 0,16-1 0,-6 0 0,-10 1 0,15-1 0,-15 1 1,13-1-1,-13 1 0,0 0 0,0 0 0,0 0 1,9 0-1,-9 0 1,0 0-1,0 0 1,0 0-1,0 0 0,0 0 1,0 0-1,0 0 0,0 0 0,0 0 1,0 0-2,0 0 2,0 0-1,0 0 1,0 0 1,0 0 0,0 0 0,0 0-1,0 0 1,0 0 0,0 0 0,0 0-1,0 0 0,0 0-3,0 0-1,0 0-6,0 0-15,0 0-2,0 10 1,-20-19 1</inkml:trace>
</inkml:ink>
</file>

<file path=ppt/ink/ink2.xml><?xml version="1.0" encoding="utf-8"?>
<inkml:ink xmlns:inkml="http://www.w3.org/2003/InkML">
  <inkml:definitions>
    <inkml:context xml:id="ctx0">
      <inkml:inkSource xml:id="inkSrc0">
        <inkml:traceFormat>
          <inkml:channel name="X" type="integer" max="24570" units="in"/>
          <inkml:channel name="Y" type="integer" max="18428" units="in"/>
          <inkml:channel name="F" type="integer" max="255" units="dev"/>
        </inkml:traceFormat>
        <inkml:channelProperties>
          <inkml:channelProperty channel="X" name="resolution" value="2978.18188" units="1/in"/>
          <inkml:channelProperty channel="Y" name="resolution" value="2978.02197" units="1/in"/>
          <inkml:channelProperty channel="F" name="resolution" value="INF" units="1/dev"/>
        </inkml:channelProperties>
      </inkml:inkSource>
      <inkml:timestamp xml:id="ts0" timeString="2007-04-25T13:37:39.015"/>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-1 43 6,'0'0'11,"13"-4"-1,-13 4 0,10-5-2,-10 5-2,14-5-1,-14 5-1,16-4-1,-3 2 0,-2 0 1,2 0-2,3 1 1,1-1-1,1 2 0,1-2 0,0 2 0,3 0 1,1 0-2,1 0 1,-1 0 0,2 0 0,1 0 0,1 0 0,0 2 0,1-1 0,2 1 0,3 0 0,-2 0-1,1 0 0,1 0 0,2 0 0,1 1-1,-1 0 0,2 0 0,1 0 0,0 0 0,0 0 0,3-1 0,-2 1 0,5-2 0,-3 0-1,4-1 2,-2 1-1,1-1 0,2 0 0,-3 0 0,1 1 0,-2-1 0,0 2 1,1-1-1,-1 0 0,-1 0 0,0-1 0,1 0 0,-2 0 0,1 0 1,1-1-1,-2 1 0,-2-1 0,3-2 0,1 3 0,-1-1 0,0-1 0,-2 1 1,-2 0-2,1-1 1,0 1 0,-5 0 0,-2 1 0,0 0 0,-1-2 0,0 2 0,-1-1 0,-2 0 0,1 0 0,1 0 0,-1-1 0,-2-2 0,-1 3 0,1-1 0,0 0 0,-2-1 1,0 2-1,-2-2 0,-3 1 1,2 1-2,0 0 2,-2-1-1,-1 2 0,-2 0 0,-1-1 0,-1 1 0,-2 0-1,-2 0 1,0-2 0,-10 2 0,16 2 0,-16-2 0,13 0 0,-13 0 0,16 0 0,-7 0 0,-9 0 0,16 0 1,-16 0-1,11-2 0,-11 2 0,0 0 1,0 0-1,0 0 1,9-2 0,-9 2-1,0 0 0,0 0 0,0 0 0,0 0 1,0 0 0,10-4 0,-10 4-1,0 0 0,0 0 1,0 0 0,0 0 1,0 0-1,0 0 1,0 0-1,0 0 0,0 0 1,0 0-1,0 0 0,0 0-1,0 0 1,0 0-2,0 0 2,0 0-1,0 0 1,0 0-1,0 0 1,13-4-1,-13 4 0,0 0 0,10-3 0,-10 3 0,0 0 0,11-1 0,-11 1 0,0 0 0,0 0 0,0 0 0,0 0 0,11-1 1,-11 1-1,0 0 0,0 0 1,0 0 0,0 0 0,0 0 0,0 0 1,0 0-1,0 0 0,0 0 0,0 0 0,0 0 0,0 0-2,0 0-5,0 0-16,0 0-6,-9 1-1,9-1 2</inkml:trace>
</inkml:ink>
</file>

<file path=ppt/ink/ink3.xml><?xml version="1.0" encoding="utf-8"?>
<inkml:ink xmlns:inkml="http://www.w3.org/2003/InkML">
  <inkml:definitions>
    <inkml:context xml:id="ctx0">
      <inkml:inkSource xml:id="inkSrc0">
        <inkml:traceFormat>
          <inkml:channel name="X" type="integer" max="24570" units="in"/>
          <inkml:channel name="Y" type="integer" max="18428" units="in"/>
          <inkml:channel name="F" type="integer" max="255" units="dev"/>
        </inkml:traceFormat>
        <inkml:channelProperties>
          <inkml:channelProperty channel="X" name="resolution" value="2978.18188" units="1/in"/>
          <inkml:channelProperty channel="Y" name="resolution" value="2978.02197" units="1/in"/>
          <inkml:channelProperty channel="F" name="resolution" value="INF" units="1/dev"/>
        </inkml:channelProperties>
      </inkml:inkSource>
      <inkml:timestamp xml:id="ts0" timeString="2007-04-25T13:37:41.140"/>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-1 10 10,'0'0'12,"0"0"0,0 0-2,0 0-1,0 0-2,0 0-1,0 0-1,0 0-2,0 0-1,0 0 0,0 0 0,0 0-1,0 0 0,13 1 0,-13-1 2,20 0-2,-7 0 1,2 0 0,4 0 0,2 2-1,4-2 1,0 0 0,3 0 0,-1 0 0,4 1 0,2-1 0,-1 0-1,4 0 1,2 0-1,2 0 0,-1 1 1,6-1 0,-1 1 1,5 2-1,-1-1 1,3 0 0,-1 0-1,2 2 1,2-1-1,0 1 0,0 0-1,-1-1-1,2-1 1,-1 0-1,2 0 1,-1 0-1,1-1 0,-1 0 1,-2 0 0,0-1-1,-1 1 1,0-1 0,0 2 0,-3-1-1,3 1 1,-1-1 0,0 0-1,-1 0 0,4-1 0,-3 1 0,-2-1 0,2 0 0,-1 0 1,-3 0-1,2 0 0,-2 0 1,-4-1-2,1 1 1,-1-1 1,-4 1-1,2-1 0,1 1 0,-2-1 1,-1 1-2,-2 0 2,1-1-1,0 1 0,2 0 0,-4 0 1,-2 0-1,2 0 0,-3 1 0,1-1 0,0 0 0,-4-1 0,-1 2 0,2-1 0,-2 0 0,2 0 0,-1-1 1,-1 1-1,-1-1 0,1 1 0,-1 0 0,1 0 0,2-2 0,-3 2 0,2-1 0,1 0 0,-1 1 0,0-1 0,-1 0 1,0 0-1,-3 0 0,0 0 1,-2 1-1,-3-1 0,2-1 0,1 1 0,-2 0 0,-1 1 0,-1-1 1,2 0-1,-2-2 0,2 2 1,-2-1 0,-1 0 0,2-1 0,2 1 1,-3-2-1,-1 3 1,2 0-1,0 0 0,-2-1-1,-1 1 0,1 1 1,-1 0-1,1 0 0,-1 0 0,-1-1 0,-1 0 1,-2 0-1,4 1 1,-6-1-1,-3 0 0,3 1 0,-3-2 0,1 1 0,1 0 0,-2 1 0,0 0-1,3-1 1,0 1 1,-1-1-1,-1 1 0,-1 0 0,3 0 0,-12 0 0,18-1 0,-18 1 0,16-1 0,-16 1 0,16-1 0,-16 1 0,11 0 0,-11 0 0,10 0 1,-10 0-1,0 0 0,0 0 0,10 1 0,-10-1-1,0 0 1,12 0 0,-12 0 0,10 0 0,-10 0 0,12 1 0,-12-1 0,0 0 0,11-1 1,-11 1-1,0 0 2,0 0-2,0 0 1,0 0-1,0 0 0,0 0 0,12-2-1,-12 2 1,0 0 0,14 0-2,-14 0 2,9 0 2,-9 0-2,10 1 0,-10-1 1,0 0-1,10 3 1,-10-3 1,0 0-1,0 0 1,0 0 1,0 0-2,0 0 1,0 0-1,0 0 1,0 0-2,0 0 1,0 0-1,0 0-1,0 0 1,0 0 1,0 0-1,0 0 0,0 0 1,0 0 0,0 0-1,0 0 1,0 0-1,0 0 1,0 0 0,0 0-2,0 0-2,0 0-7,0 0-23,0 0 0,-23 2-1,3 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27803-C5B7-4C54-8A80-3DE60D52E6D4}" type="datetimeFigureOut">
              <a:rPr lang="en-GB" smtClean="0"/>
              <a:t>22/08/2024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fi-FI"/>
              <a:t>Usman Ali (uali@iba.edu.pk)</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FC0441-36C0-4045-BAA9-3F0B1BA99910}" type="slidenum">
              <a:rPr lang="en-GB" smtClean="0"/>
              <a:t>‹#›</a:t>
            </a:fld>
            <a:endParaRPr lang="en-GB"/>
          </a:p>
        </p:txBody>
      </p:sp>
    </p:spTree>
    <p:extLst>
      <p:ext uri="{BB962C8B-B14F-4D97-AF65-F5344CB8AC3E}">
        <p14:creationId xmlns:p14="http://schemas.microsoft.com/office/powerpoint/2010/main" val="212493502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fi-FI"/>
              <a:t>Usman Ali (uali@iba.edu.pk)</a:t>
            </a:r>
            <a:endParaRPr lang="en-GB"/>
          </a:p>
        </p:txBody>
      </p:sp>
      <p:sp>
        <p:nvSpPr>
          <p:cNvPr id="5" name="Slide Number Placeholder 4"/>
          <p:cNvSpPr>
            <a:spLocks noGrp="1"/>
          </p:cNvSpPr>
          <p:nvPr>
            <p:ph type="sldNum" sz="quarter" idx="5"/>
          </p:nvPr>
        </p:nvSpPr>
        <p:spPr/>
        <p:txBody>
          <a:bodyPr/>
          <a:lstStyle/>
          <a:p>
            <a:fld id="{3FFC0441-36C0-4045-BAA9-3F0B1BA99910}" type="slidenum">
              <a:rPr lang="en-GB" smtClean="0"/>
              <a:t>1</a:t>
            </a:fld>
            <a:endParaRPr lang="en-GB"/>
          </a:p>
        </p:txBody>
      </p:sp>
    </p:spTree>
    <p:extLst>
      <p:ext uri="{BB962C8B-B14F-4D97-AF65-F5344CB8AC3E}">
        <p14:creationId xmlns:p14="http://schemas.microsoft.com/office/powerpoint/2010/main" val="3495041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fi-FI"/>
              <a:t>Usman Ali (uali@iba.edu.pk)</a:t>
            </a:r>
            <a:endParaRPr lang="en-GB"/>
          </a:p>
        </p:txBody>
      </p:sp>
      <p:sp>
        <p:nvSpPr>
          <p:cNvPr id="5" name="Slide Number Placeholder 4"/>
          <p:cNvSpPr>
            <a:spLocks noGrp="1"/>
          </p:cNvSpPr>
          <p:nvPr>
            <p:ph type="sldNum" sz="quarter" idx="5"/>
          </p:nvPr>
        </p:nvSpPr>
        <p:spPr/>
        <p:txBody>
          <a:bodyPr/>
          <a:lstStyle/>
          <a:p>
            <a:fld id="{3FFC0441-36C0-4045-BAA9-3F0B1BA99910}" type="slidenum">
              <a:rPr lang="en-GB" smtClean="0"/>
              <a:t>2</a:t>
            </a:fld>
            <a:endParaRPr lang="en-GB"/>
          </a:p>
        </p:txBody>
      </p:sp>
    </p:spTree>
    <p:extLst>
      <p:ext uri="{BB962C8B-B14F-4D97-AF65-F5344CB8AC3E}">
        <p14:creationId xmlns:p14="http://schemas.microsoft.com/office/powerpoint/2010/main" val="44324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r>
              <a:rPr lang="fi-FI"/>
              <a:t>Usman Ali (uali@iba.edu.pk)</a:t>
            </a:r>
            <a:endParaRPr lang="en-GB"/>
          </a:p>
        </p:txBody>
      </p:sp>
      <p:sp>
        <p:nvSpPr>
          <p:cNvPr id="5" name="Slide Number Placeholder 4"/>
          <p:cNvSpPr>
            <a:spLocks noGrp="1"/>
          </p:cNvSpPr>
          <p:nvPr>
            <p:ph type="sldNum" sz="quarter" idx="5"/>
          </p:nvPr>
        </p:nvSpPr>
        <p:spPr/>
        <p:txBody>
          <a:bodyPr/>
          <a:lstStyle/>
          <a:p>
            <a:fld id="{3FFC0441-36C0-4045-BAA9-3F0B1BA99910}" type="slidenum">
              <a:rPr lang="en-GB" smtClean="0"/>
              <a:t>3</a:t>
            </a:fld>
            <a:endParaRPr lang="en-GB"/>
          </a:p>
        </p:txBody>
      </p:sp>
    </p:spTree>
    <p:extLst>
      <p:ext uri="{BB962C8B-B14F-4D97-AF65-F5344CB8AC3E}">
        <p14:creationId xmlns:p14="http://schemas.microsoft.com/office/powerpoint/2010/main" val="1053872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DQL : SELECT </a:t>
            </a:r>
          </a:p>
          <a:p>
            <a:r>
              <a:rPr lang="en-GB" dirty="0"/>
              <a:t>DDL : CREATE, ALTER, DROP, COMMENT, RENAME , TRUNCATE</a:t>
            </a:r>
          </a:p>
          <a:p>
            <a:r>
              <a:rPr lang="en-GB" dirty="0"/>
              <a:t>DML: INSERT, UPDATE, DELETE</a:t>
            </a:r>
          </a:p>
          <a:p>
            <a:r>
              <a:rPr lang="en-GB" dirty="0"/>
              <a:t>DCL: GRANT, REVOKE </a:t>
            </a:r>
          </a:p>
          <a:p>
            <a:r>
              <a:rPr lang="en-GB" dirty="0"/>
              <a:t>TCL: COMMIT, ROLLBACK, SAVEPOINT , SET TRANSACTION </a:t>
            </a:r>
          </a:p>
        </p:txBody>
      </p:sp>
      <p:sp>
        <p:nvSpPr>
          <p:cNvPr id="4" name="Footer Placeholder 3"/>
          <p:cNvSpPr>
            <a:spLocks noGrp="1"/>
          </p:cNvSpPr>
          <p:nvPr>
            <p:ph type="ftr" sz="quarter" idx="4"/>
          </p:nvPr>
        </p:nvSpPr>
        <p:spPr/>
        <p:txBody>
          <a:bodyPr/>
          <a:lstStyle/>
          <a:p>
            <a:r>
              <a:rPr lang="fi-FI"/>
              <a:t>Usman Ali (uali@iba.edu.pk)</a:t>
            </a:r>
            <a:endParaRPr lang="en-GB"/>
          </a:p>
        </p:txBody>
      </p:sp>
      <p:sp>
        <p:nvSpPr>
          <p:cNvPr id="5" name="Slide Number Placeholder 4"/>
          <p:cNvSpPr>
            <a:spLocks noGrp="1"/>
          </p:cNvSpPr>
          <p:nvPr>
            <p:ph type="sldNum" sz="quarter" idx="5"/>
          </p:nvPr>
        </p:nvSpPr>
        <p:spPr/>
        <p:txBody>
          <a:bodyPr/>
          <a:lstStyle/>
          <a:p>
            <a:fld id="{3FFC0441-36C0-4045-BAA9-3F0B1BA99910}" type="slidenum">
              <a:rPr lang="en-GB" smtClean="0"/>
              <a:t>4</a:t>
            </a:fld>
            <a:endParaRPr lang="en-GB"/>
          </a:p>
        </p:txBody>
      </p:sp>
    </p:spTree>
    <p:extLst>
      <p:ext uri="{BB962C8B-B14F-4D97-AF65-F5344CB8AC3E}">
        <p14:creationId xmlns:p14="http://schemas.microsoft.com/office/powerpoint/2010/main" val="58188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6601FC8E-98B8-5B66-0BC4-D32B9BAF43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3DE86DCA-A5DA-9505-F0EF-900B34CB43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6" name="Slide Number Placeholder 3">
            <a:extLst>
              <a:ext uri="{FF2B5EF4-FFF2-40B4-BE49-F238E27FC236}">
                <a16:creationId xmlns:a16="http://schemas.microsoft.com/office/drawing/2014/main" id="{0E06B55F-1926-6542-737E-5C35048FFC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949D584-A772-4422-B272-8C07C1DA3337}" type="slidenum">
              <a:rPr lang="en-US" altLang="en-US"/>
              <a:pPr>
                <a:spcBef>
                  <a:spcPct val="0"/>
                </a:spcBef>
              </a:pPr>
              <a:t>10</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09E7E600-0F69-B6A4-B714-FA1B13DBC8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EC4C5F9E-584E-16FE-F19F-B4EF91A8E0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4" name="Slide Number Placeholder 3">
            <a:extLst>
              <a:ext uri="{FF2B5EF4-FFF2-40B4-BE49-F238E27FC236}">
                <a16:creationId xmlns:a16="http://schemas.microsoft.com/office/drawing/2014/main" id="{2C46E85C-2C41-995A-7737-0CDD7B4E82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A9E3DE-C53F-4F34-8E28-89816117E85C}" type="slidenum">
              <a:rPr lang="en-US" altLang="en-US"/>
              <a:pPr>
                <a:spcBef>
                  <a:spcPct val="0"/>
                </a:spcBef>
              </a:pPr>
              <a:t>11</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BC0813C2-A4A2-0A8E-AB59-A38E753A1B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2B92D722-5362-6CE5-B1A7-AA1D77A045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2532" name="Slide Number Placeholder 3">
            <a:extLst>
              <a:ext uri="{FF2B5EF4-FFF2-40B4-BE49-F238E27FC236}">
                <a16:creationId xmlns:a16="http://schemas.microsoft.com/office/drawing/2014/main" id="{06F8478F-68CF-90F5-C452-F324E74BB7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01C835C-EABA-4B51-8801-BB965081FF65}" type="slidenum">
              <a:rPr lang="en-US" altLang="en-US"/>
              <a:pPr>
                <a:spcBef>
                  <a:spcPct val="0"/>
                </a:spcBef>
              </a:pPr>
              <a:t>12</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6B737453-3EF1-6DCA-E446-00AF1558B7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8FB49A3B-D9E7-DE20-B5C5-CAECCAFC4D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580" name="Slide Number Placeholder 3">
            <a:extLst>
              <a:ext uri="{FF2B5EF4-FFF2-40B4-BE49-F238E27FC236}">
                <a16:creationId xmlns:a16="http://schemas.microsoft.com/office/drawing/2014/main" id="{180D4C19-A44C-D1AC-97F4-3EC7BA5625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C98231C-0838-4472-B46E-1A10FAEF3D00}" type="slidenum">
              <a:rPr lang="en-US" altLang="en-US"/>
              <a:pPr>
                <a:spcBef>
                  <a:spcPct val="0"/>
                </a:spcBef>
              </a:pPr>
              <a:t>13</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052C877C-7121-8FC0-3499-25F8475963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A1BCE077-E581-6ED7-2156-0A90E038FE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C76668A7-4EB2-E846-52DE-D9CADE55E8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264FE8B-C109-485E-9D67-D221FE3D4C03}" type="slidenum">
              <a:rPr lang="en-US" altLang="en-US"/>
              <a:pPr>
                <a:spcBef>
                  <a:spcPct val="0"/>
                </a:spcBef>
              </a:pPr>
              <a:t>14</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ED44407A-9EC5-7D2A-3391-84D0104FF4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8C6148E0-C4FD-D7B4-6397-FFF097DB64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676" name="Slide Number Placeholder 3">
            <a:extLst>
              <a:ext uri="{FF2B5EF4-FFF2-40B4-BE49-F238E27FC236}">
                <a16:creationId xmlns:a16="http://schemas.microsoft.com/office/drawing/2014/main" id="{6116C121-296E-CAE6-A9C9-E8A61AEF10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0871F10-E535-49AD-9FC5-2EE78A27B915}" type="slidenum">
              <a:rPr lang="en-US" altLang="en-US"/>
              <a:pPr>
                <a:spcBef>
                  <a:spcPct val="0"/>
                </a:spcBef>
              </a:pPr>
              <a:t>15</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E717E01A-29BA-92CE-A322-88FE51F5CD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a:extLst>
              <a:ext uri="{FF2B5EF4-FFF2-40B4-BE49-F238E27FC236}">
                <a16:creationId xmlns:a16="http://schemas.microsoft.com/office/drawing/2014/main" id="{206FBE30-1172-E534-9403-F27904D329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0724" name="Slide Number Placeholder 3">
            <a:extLst>
              <a:ext uri="{FF2B5EF4-FFF2-40B4-BE49-F238E27FC236}">
                <a16:creationId xmlns:a16="http://schemas.microsoft.com/office/drawing/2014/main" id="{102FCA98-E363-9F0D-302A-20F6785607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71315B7-F0F7-4657-845E-4655ACB86E4A}" type="slidenum">
              <a:rPr lang="en-US" altLang="en-US"/>
              <a:pPr>
                <a:spcBef>
                  <a:spcPct val="0"/>
                </a:spcBef>
              </a:pPr>
              <a:t>16</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5829870F-27DD-6270-41DE-255A28068A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608471CD-A936-EDC3-AA46-F903DFD254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2772" name="Slide Number Placeholder 3">
            <a:extLst>
              <a:ext uri="{FF2B5EF4-FFF2-40B4-BE49-F238E27FC236}">
                <a16:creationId xmlns:a16="http://schemas.microsoft.com/office/drawing/2014/main" id="{5EC9EFF6-7D7B-BCFE-F7B5-924FC4C070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25774A5-0C13-46A3-BD40-2078FA7A7058}" type="slidenum">
              <a:rPr lang="en-US" altLang="en-US"/>
              <a:pPr>
                <a:spcBef>
                  <a:spcPct val="0"/>
                </a:spcBef>
              </a:pPr>
              <a:t>17</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A63ADB55-4935-14B4-B9A5-974452D3A8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E99CE96D-5A02-0B8F-0CD1-195C1D30E6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4820" name="Slide Number Placeholder 3">
            <a:extLst>
              <a:ext uri="{FF2B5EF4-FFF2-40B4-BE49-F238E27FC236}">
                <a16:creationId xmlns:a16="http://schemas.microsoft.com/office/drawing/2014/main" id="{A069E097-42BB-22A7-06C0-114785E4131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86DA5F1-E454-4B0F-8B5F-095A8AC959EF}" type="slidenum">
              <a:rPr lang="en-US" altLang="en-US"/>
              <a:pPr>
                <a:spcBef>
                  <a:spcPct val="0"/>
                </a:spcBef>
              </a:pPr>
              <a:t>18</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C5D69063-04BC-1E5E-B555-A4ECEEEF82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F873308F-0A7F-E438-1F10-100548A46D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6868" name="Slide Number Placeholder 3">
            <a:extLst>
              <a:ext uri="{FF2B5EF4-FFF2-40B4-BE49-F238E27FC236}">
                <a16:creationId xmlns:a16="http://schemas.microsoft.com/office/drawing/2014/main" id="{774154A8-DE7F-2352-64EF-EB34B38C23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45D2292-E8F6-4BB4-AAF3-156C1B05B63E}" type="slidenum">
              <a:rPr lang="en-US" altLang="en-US"/>
              <a:pPr>
                <a:spcBef>
                  <a:spcPct val="0"/>
                </a:spcBef>
              </a:pPr>
              <a:t>19</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F5D38EA9-7519-5E11-1A0A-05262BD6FF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36A283F9-20F1-4DB8-3FEF-EC6E6673A4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8916" name="Slide Number Placeholder 3">
            <a:extLst>
              <a:ext uri="{FF2B5EF4-FFF2-40B4-BE49-F238E27FC236}">
                <a16:creationId xmlns:a16="http://schemas.microsoft.com/office/drawing/2014/main" id="{4206777D-AE6F-15F9-408C-EFA5FF1913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A5DF80D-6C77-4759-8EE2-32FFCF229319}" type="slidenum">
              <a:rPr lang="en-US" altLang="en-US"/>
              <a:pPr>
                <a:spcBef>
                  <a:spcPct val="0"/>
                </a:spcBef>
              </a:pPr>
              <a:t>20</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156348F1-B45C-04B3-026D-E3F3DF6980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65964ACF-ECB1-916F-8AB9-5614FDAB8F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8016F504-ACDF-A9C5-85C1-757EA12B9A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804D6F-3446-43FA-BFBE-2D07345326DE}" type="slidenum">
              <a:rPr lang="en-US" altLang="en-US"/>
              <a:pPr>
                <a:spcBef>
                  <a:spcPct val="0"/>
                </a:spcBef>
              </a:pPr>
              <a:t>21</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A828CEA4-2928-D6D4-E308-5696B85CA5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8393C4AF-8A61-208A-5CD0-8430BE1014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3012" name="Slide Number Placeholder 3">
            <a:extLst>
              <a:ext uri="{FF2B5EF4-FFF2-40B4-BE49-F238E27FC236}">
                <a16:creationId xmlns:a16="http://schemas.microsoft.com/office/drawing/2014/main" id="{5DE61CD6-F92A-E391-21C6-E9EA7CFED24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BEBE4D-B0FC-4F89-ABD6-ABFAEFE5ACC2}" type="slidenum">
              <a:rPr lang="en-US" altLang="en-US"/>
              <a:pPr>
                <a:spcBef>
                  <a:spcPct val="0"/>
                </a:spcBef>
              </a:pPr>
              <a:t>22</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8822641-7EBE-91D6-7FBE-E2E98156ED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E27054DE-A0F6-C6D9-8D84-BC4D4E1FEB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5060" name="Slide Number Placeholder 3">
            <a:extLst>
              <a:ext uri="{FF2B5EF4-FFF2-40B4-BE49-F238E27FC236}">
                <a16:creationId xmlns:a16="http://schemas.microsoft.com/office/drawing/2014/main" id="{0D829962-A92F-5AD4-3EA4-F140E8C602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C3FD3E5-1C5B-4DE3-975F-5208C894781B}" type="slidenum">
              <a:rPr lang="en-US" altLang="en-US"/>
              <a:pPr>
                <a:spcBef>
                  <a:spcPct val="0"/>
                </a:spcBef>
              </a:pPr>
              <a:t>23</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902B0BC7-6AC2-9CA5-8F80-96CCCC3B5B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C77F07D8-236E-C13F-8E60-9678E854FE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7108" name="Slide Number Placeholder 3">
            <a:extLst>
              <a:ext uri="{FF2B5EF4-FFF2-40B4-BE49-F238E27FC236}">
                <a16:creationId xmlns:a16="http://schemas.microsoft.com/office/drawing/2014/main" id="{35ED6641-E143-93F1-BCCB-B5339094E5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65D1924-80DD-4DC5-ABE6-61EC03A49A19}" type="slidenum">
              <a:rPr lang="en-US" altLang="en-US"/>
              <a:pPr>
                <a:spcBef>
                  <a:spcPct val="0"/>
                </a:spcBef>
              </a:pPr>
              <a:t>24</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A07E232B-4834-BB03-CFE8-317639BB2A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6C89BFFD-7600-17AF-514E-26EEDA51C8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9156" name="Slide Number Placeholder 3">
            <a:extLst>
              <a:ext uri="{FF2B5EF4-FFF2-40B4-BE49-F238E27FC236}">
                <a16:creationId xmlns:a16="http://schemas.microsoft.com/office/drawing/2014/main" id="{F137B8D0-69DE-8A3A-49C5-3058CD503D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5E867A2-CB21-41DD-AA68-150635A113DD}" type="slidenum">
              <a:rPr lang="en-US" altLang="en-US"/>
              <a:pPr>
                <a:spcBef>
                  <a:spcPct val="0"/>
                </a:spcBef>
              </a:pPr>
              <a:t>25</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DAE427B3-C6B0-4E29-A9AD-9DD5A0BC7D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50700FFA-20D4-3CC3-B537-C9A518C5EF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04" name="Slide Number Placeholder 3">
            <a:extLst>
              <a:ext uri="{FF2B5EF4-FFF2-40B4-BE49-F238E27FC236}">
                <a16:creationId xmlns:a16="http://schemas.microsoft.com/office/drawing/2014/main" id="{0C2A7505-5439-5C4A-E75E-46E8949136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15448ED-412C-49A6-B98B-554AD5A2745D}" type="slidenum">
              <a:rPr lang="en-US" altLang="en-US"/>
              <a:pPr>
                <a:spcBef>
                  <a:spcPct val="0"/>
                </a:spcBef>
              </a:pPr>
              <a:t>26</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BEE85A07-647B-A265-9A45-0CCA90D0BD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2CE163A4-A25B-682F-62C4-6DDA8D45B6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3252" name="Slide Number Placeholder 3">
            <a:extLst>
              <a:ext uri="{FF2B5EF4-FFF2-40B4-BE49-F238E27FC236}">
                <a16:creationId xmlns:a16="http://schemas.microsoft.com/office/drawing/2014/main" id="{7D66ACC3-E288-B345-42D6-91BFBFECE7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DAEB2F9-22BF-408B-B16D-9152BD18399A}" type="slidenum">
              <a:rPr lang="en-US" altLang="en-US"/>
              <a:pPr>
                <a:spcBef>
                  <a:spcPct val="0"/>
                </a:spcBef>
              </a:pPr>
              <a:t>27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394"/>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158"/>
            </a:lvl1pPr>
            <a:lvl2pPr marL="411038" indent="0" algn="ctr">
              <a:buNone/>
              <a:defRPr sz="1798"/>
            </a:lvl2pPr>
            <a:lvl3pPr marL="822077" indent="0" algn="ctr">
              <a:buNone/>
              <a:defRPr sz="1618"/>
            </a:lvl3pPr>
            <a:lvl4pPr marL="1233115" indent="0" algn="ctr">
              <a:buNone/>
              <a:defRPr sz="1438"/>
            </a:lvl4pPr>
            <a:lvl5pPr marL="1644154" indent="0" algn="ctr">
              <a:buNone/>
              <a:defRPr sz="1438"/>
            </a:lvl5pPr>
            <a:lvl6pPr marL="2055192" indent="0" algn="ctr">
              <a:buNone/>
              <a:defRPr sz="1438"/>
            </a:lvl6pPr>
            <a:lvl7pPr marL="2466231" indent="0" algn="ctr">
              <a:buNone/>
              <a:defRPr sz="1438"/>
            </a:lvl7pPr>
            <a:lvl8pPr marL="2877269" indent="0" algn="ctr">
              <a:buNone/>
              <a:defRPr sz="1438"/>
            </a:lvl8pPr>
            <a:lvl9pPr marL="3288308" indent="0" algn="ctr">
              <a:buNone/>
              <a:defRPr sz="143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PK"/>
              <a:t>Lecture 1: Introduction to C++</a:t>
            </a:r>
            <a:endParaRPr lang="en-US" dirty="0"/>
          </a:p>
        </p:txBody>
      </p:sp>
      <p:sp>
        <p:nvSpPr>
          <p:cNvPr id="5" name="Footer Placeholder 4"/>
          <p:cNvSpPr>
            <a:spLocks noGrp="1"/>
          </p:cNvSpPr>
          <p:nvPr>
            <p:ph type="ftr" sz="quarter" idx="11"/>
          </p:nvPr>
        </p:nvSpPr>
        <p:spPr/>
        <p:txBody>
          <a:bodyPr/>
          <a:lstStyle/>
          <a:p>
            <a:r>
              <a:rPr lang="en-US"/>
              <a:t>Fall 2024 – Introduction to Programming Language mrkhowaja@iba.edu.pk  </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5673249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PK"/>
              <a:t>Lecture 1: Introduction to C++</a:t>
            </a:r>
            <a:endParaRPr lang="en-US" dirty="0"/>
          </a:p>
        </p:txBody>
      </p:sp>
      <p:sp>
        <p:nvSpPr>
          <p:cNvPr id="5" name="Footer Placeholder 4"/>
          <p:cNvSpPr>
            <a:spLocks noGrp="1"/>
          </p:cNvSpPr>
          <p:nvPr>
            <p:ph type="ftr" sz="quarter" idx="11"/>
          </p:nvPr>
        </p:nvSpPr>
        <p:spPr/>
        <p:txBody>
          <a:bodyPr/>
          <a:lstStyle/>
          <a:p>
            <a:r>
              <a:rPr lang="en-US"/>
              <a:t>Fall 2024 – Introduction to Programming Language mrkhowaja@iba.edu.pk  </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1033025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5394"/>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158">
                <a:solidFill>
                  <a:schemeClr val="tx1">
                    <a:tint val="75000"/>
                  </a:schemeClr>
                </a:solidFill>
              </a:defRPr>
            </a:lvl1pPr>
            <a:lvl2pPr marL="411038" indent="0">
              <a:buNone/>
              <a:defRPr sz="1798">
                <a:solidFill>
                  <a:schemeClr val="tx1">
                    <a:tint val="75000"/>
                  </a:schemeClr>
                </a:solidFill>
              </a:defRPr>
            </a:lvl2pPr>
            <a:lvl3pPr marL="822077" indent="0">
              <a:buNone/>
              <a:defRPr sz="1618">
                <a:solidFill>
                  <a:schemeClr val="tx1">
                    <a:tint val="75000"/>
                  </a:schemeClr>
                </a:solidFill>
              </a:defRPr>
            </a:lvl3pPr>
            <a:lvl4pPr marL="1233115" indent="0">
              <a:buNone/>
              <a:defRPr sz="1438">
                <a:solidFill>
                  <a:schemeClr val="tx1">
                    <a:tint val="75000"/>
                  </a:schemeClr>
                </a:solidFill>
              </a:defRPr>
            </a:lvl4pPr>
            <a:lvl5pPr marL="1644154" indent="0">
              <a:buNone/>
              <a:defRPr sz="1438">
                <a:solidFill>
                  <a:schemeClr val="tx1">
                    <a:tint val="75000"/>
                  </a:schemeClr>
                </a:solidFill>
              </a:defRPr>
            </a:lvl5pPr>
            <a:lvl6pPr marL="2055192" indent="0">
              <a:buNone/>
              <a:defRPr sz="1438">
                <a:solidFill>
                  <a:schemeClr val="tx1">
                    <a:tint val="75000"/>
                  </a:schemeClr>
                </a:solidFill>
              </a:defRPr>
            </a:lvl6pPr>
            <a:lvl7pPr marL="2466231" indent="0">
              <a:buNone/>
              <a:defRPr sz="1438">
                <a:solidFill>
                  <a:schemeClr val="tx1">
                    <a:tint val="75000"/>
                  </a:schemeClr>
                </a:solidFill>
              </a:defRPr>
            </a:lvl7pPr>
            <a:lvl8pPr marL="2877269" indent="0">
              <a:buNone/>
              <a:defRPr sz="1438">
                <a:solidFill>
                  <a:schemeClr val="tx1">
                    <a:tint val="75000"/>
                  </a:schemeClr>
                </a:solidFill>
              </a:defRPr>
            </a:lvl8pPr>
            <a:lvl9pPr marL="3288308" indent="0">
              <a:buNone/>
              <a:defRPr sz="1438">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PK"/>
              <a:t>Lecture 1: Introduction to C++</a:t>
            </a:r>
            <a:endParaRPr lang="en-US" dirty="0"/>
          </a:p>
        </p:txBody>
      </p:sp>
      <p:sp>
        <p:nvSpPr>
          <p:cNvPr id="5" name="Footer Placeholder 4"/>
          <p:cNvSpPr>
            <a:spLocks noGrp="1"/>
          </p:cNvSpPr>
          <p:nvPr>
            <p:ph type="ftr" sz="quarter" idx="11"/>
          </p:nvPr>
        </p:nvSpPr>
        <p:spPr/>
        <p:txBody>
          <a:bodyPr/>
          <a:lstStyle/>
          <a:p>
            <a:r>
              <a:rPr lang="en-US"/>
              <a:t>Fall 2024 – Introduction to Programming Language mrkhowaja@iba.edu.pk  </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7059873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PK"/>
              <a:t>Lecture 1: Introduction to C++</a:t>
            </a:r>
            <a:endParaRPr lang="en-US" dirty="0"/>
          </a:p>
        </p:txBody>
      </p:sp>
      <p:sp>
        <p:nvSpPr>
          <p:cNvPr id="6" name="Footer Placeholder 5"/>
          <p:cNvSpPr>
            <a:spLocks noGrp="1"/>
          </p:cNvSpPr>
          <p:nvPr>
            <p:ph type="ftr" sz="quarter" idx="11"/>
          </p:nvPr>
        </p:nvSpPr>
        <p:spPr/>
        <p:txBody>
          <a:bodyPr/>
          <a:lstStyle/>
          <a:p>
            <a:r>
              <a:rPr lang="en-US"/>
              <a:t>Fall 2024 – Introduction to Programming Language mrkhowaja@iba.edu.pk  </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3653584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158" b="1"/>
            </a:lvl1pPr>
            <a:lvl2pPr marL="411038" indent="0">
              <a:buNone/>
              <a:defRPr sz="1798" b="1"/>
            </a:lvl2pPr>
            <a:lvl3pPr marL="822077" indent="0">
              <a:buNone/>
              <a:defRPr sz="1618" b="1"/>
            </a:lvl3pPr>
            <a:lvl4pPr marL="1233115" indent="0">
              <a:buNone/>
              <a:defRPr sz="1438" b="1"/>
            </a:lvl4pPr>
            <a:lvl5pPr marL="1644154" indent="0">
              <a:buNone/>
              <a:defRPr sz="1438" b="1"/>
            </a:lvl5pPr>
            <a:lvl6pPr marL="2055192" indent="0">
              <a:buNone/>
              <a:defRPr sz="1438" b="1"/>
            </a:lvl6pPr>
            <a:lvl7pPr marL="2466231" indent="0">
              <a:buNone/>
              <a:defRPr sz="1438" b="1"/>
            </a:lvl7pPr>
            <a:lvl8pPr marL="2877269" indent="0">
              <a:buNone/>
              <a:defRPr sz="1438" b="1"/>
            </a:lvl8pPr>
            <a:lvl9pPr marL="3288308" indent="0">
              <a:buNone/>
              <a:defRPr sz="1438"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158" b="1"/>
            </a:lvl1pPr>
            <a:lvl2pPr marL="411038" indent="0">
              <a:buNone/>
              <a:defRPr sz="1798" b="1"/>
            </a:lvl2pPr>
            <a:lvl3pPr marL="822077" indent="0">
              <a:buNone/>
              <a:defRPr sz="1618" b="1"/>
            </a:lvl3pPr>
            <a:lvl4pPr marL="1233115" indent="0">
              <a:buNone/>
              <a:defRPr sz="1438" b="1"/>
            </a:lvl4pPr>
            <a:lvl5pPr marL="1644154" indent="0">
              <a:buNone/>
              <a:defRPr sz="1438" b="1"/>
            </a:lvl5pPr>
            <a:lvl6pPr marL="2055192" indent="0">
              <a:buNone/>
              <a:defRPr sz="1438" b="1"/>
            </a:lvl6pPr>
            <a:lvl7pPr marL="2466231" indent="0">
              <a:buNone/>
              <a:defRPr sz="1438" b="1"/>
            </a:lvl7pPr>
            <a:lvl8pPr marL="2877269" indent="0">
              <a:buNone/>
              <a:defRPr sz="1438" b="1"/>
            </a:lvl8pPr>
            <a:lvl9pPr marL="3288308" indent="0">
              <a:buNone/>
              <a:defRPr sz="1438"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PK"/>
              <a:t>Lecture 1: Introduction to C++</a:t>
            </a:r>
            <a:endParaRPr lang="en-US" dirty="0"/>
          </a:p>
        </p:txBody>
      </p:sp>
      <p:sp>
        <p:nvSpPr>
          <p:cNvPr id="8" name="Footer Placeholder 7"/>
          <p:cNvSpPr>
            <a:spLocks noGrp="1"/>
          </p:cNvSpPr>
          <p:nvPr>
            <p:ph type="ftr" sz="quarter" idx="11"/>
          </p:nvPr>
        </p:nvSpPr>
        <p:spPr/>
        <p:txBody>
          <a:bodyPr/>
          <a:lstStyle/>
          <a:p>
            <a:r>
              <a:rPr lang="en-US"/>
              <a:t>Fall 2024 – Introduction to Programming Language mrkhowaja@iba.edu.pk  </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117286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PK"/>
              <a:t>Lecture 1: Introduction to C++</a:t>
            </a:r>
            <a:endParaRPr lang="en-US" dirty="0"/>
          </a:p>
        </p:txBody>
      </p:sp>
      <p:sp>
        <p:nvSpPr>
          <p:cNvPr id="4" name="Footer Placeholder 3"/>
          <p:cNvSpPr>
            <a:spLocks noGrp="1"/>
          </p:cNvSpPr>
          <p:nvPr>
            <p:ph type="ftr" sz="quarter" idx="11"/>
          </p:nvPr>
        </p:nvSpPr>
        <p:spPr/>
        <p:txBody>
          <a:bodyPr/>
          <a:lstStyle/>
          <a:p>
            <a:r>
              <a:rPr lang="en-US"/>
              <a:t>Fall 2024 – Introduction to Programming Language mrkhowaja@iba.edu.pk  </a:t>
            </a: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8691877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PK"/>
              <a:t>Lecture 1: Introduction to C++</a:t>
            </a:r>
            <a:endParaRPr lang="en-US" dirty="0"/>
          </a:p>
        </p:txBody>
      </p:sp>
      <p:sp>
        <p:nvSpPr>
          <p:cNvPr id="3" name="Footer Placeholder 2"/>
          <p:cNvSpPr>
            <a:spLocks noGrp="1"/>
          </p:cNvSpPr>
          <p:nvPr>
            <p:ph type="ftr" sz="quarter" idx="11"/>
          </p:nvPr>
        </p:nvSpPr>
        <p:spPr/>
        <p:txBody>
          <a:bodyPr/>
          <a:lstStyle/>
          <a:p>
            <a:r>
              <a:rPr lang="en-US"/>
              <a:t>Fall 2024 – Introduction to Programming Language mrkhowaja@iba.edu.pk  </a:t>
            </a: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088830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2877"/>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2877"/>
            </a:lvl1pPr>
            <a:lvl2pPr>
              <a:defRPr sz="2517"/>
            </a:lvl2pPr>
            <a:lvl3pPr>
              <a:defRPr sz="2158"/>
            </a:lvl3pPr>
            <a:lvl4pPr>
              <a:defRPr sz="1798"/>
            </a:lvl4pPr>
            <a:lvl5pPr>
              <a:defRPr sz="1798"/>
            </a:lvl5pPr>
            <a:lvl6pPr>
              <a:defRPr sz="1798"/>
            </a:lvl6pPr>
            <a:lvl7pPr>
              <a:defRPr sz="1798"/>
            </a:lvl7pPr>
            <a:lvl8pPr>
              <a:defRPr sz="1798"/>
            </a:lvl8pPr>
            <a:lvl9pPr>
              <a:defRPr sz="1798"/>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438"/>
            </a:lvl1pPr>
            <a:lvl2pPr marL="411038" indent="0">
              <a:buNone/>
              <a:defRPr sz="1259"/>
            </a:lvl2pPr>
            <a:lvl3pPr marL="822077" indent="0">
              <a:buNone/>
              <a:defRPr sz="1079"/>
            </a:lvl3pPr>
            <a:lvl4pPr marL="1233115" indent="0">
              <a:buNone/>
              <a:defRPr sz="899"/>
            </a:lvl4pPr>
            <a:lvl5pPr marL="1644154" indent="0">
              <a:buNone/>
              <a:defRPr sz="899"/>
            </a:lvl5pPr>
            <a:lvl6pPr marL="2055192" indent="0">
              <a:buNone/>
              <a:defRPr sz="899"/>
            </a:lvl6pPr>
            <a:lvl7pPr marL="2466231" indent="0">
              <a:buNone/>
              <a:defRPr sz="899"/>
            </a:lvl7pPr>
            <a:lvl8pPr marL="2877269" indent="0">
              <a:buNone/>
              <a:defRPr sz="899"/>
            </a:lvl8pPr>
            <a:lvl9pPr marL="3288308" indent="0">
              <a:buNone/>
              <a:defRPr sz="899"/>
            </a:lvl9pPr>
          </a:lstStyle>
          <a:p>
            <a:pPr lvl="0"/>
            <a:r>
              <a:rPr lang="en-US"/>
              <a:t>Edit Master text styles</a:t>
            </a:r>
          </a:p>
        </p:txBody>
      </p:sp>
      <p:sp>
        <p:nvSpPr>
          <p:cNvPr id="5" name="Date Placeholder 4"/>
          <p:cNvSpPr>
            <a:spLocks noGrp="1"/>
          </p:cNvSpPr>
          <p:nvPr>
            <p:ph type="dt" sz="half" idx="10"/>
          </p:nvPr>
        </p:nvSpPr>
        <p:spPr/>
        <p:txBody>
          <a:bodyPr/>
          <a:lstStyle/>
          <a:p>
            <a:r>
              <a:rPr lang="en-PK"/>
              <a:t>Lecture 1: Introduction to C++</a:t>
            </a:r>
            <a:endParaRPr lang="en-US" dirty="0"/>
          </a:p>
        </p:txBody>
      </p:sp>
      <p:sp>
        <p:nvSpPr>
          <p:cNvPr id="6" name="Footer Placeholder 5"/>
          <p:cNvSpPr>
            <a:spLocks noGrp="1"/>
          </p:cNvSpPr>
          <p:nvPr>
            <p:ph type="ftr" sz="quarter" idx="11"/>
          </p:nvPr>
        </p:nvSpPr>
        <p:spPr/>
        <p:txBody>
          <a:bodyPr/>
          <a:lstStyle/>
          <a:p>
            <a:r>
              <a:rPr lang="en-US"/>
              <a:t>Fall 2024 – Introduction to Programming Language mrkhowaja@iba.edu.pk  </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8665236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287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2877"/>
            </a:lvl1pPr>
            <a:lvl2pPr marL="411038" indent="0">
              <a:buNone/>
              <a:defRPr sz="2517"/>
            </a:lvl2pPr>
            <a:lvl3pPr marL="822077" indent="0">
              <a:buNone/>
              <a:defRPr sz="2158"/>
            </a:lvl3pPr>
            <a:lvl4pPr marL="1233115" indent="0">
              <a:buNone/>
              <a:defRPr sz="1798"/>
            </a:lvl4pPr>
            <a:lvl5pPr marL="1644154" indent="0">
              <a:buNone/>
              <a:defRPr sz="1798"/>
            </a:lvl5pPr>
            <a:lvl6pPr marL="2055192" indent="0">
              <a:buNone/>
              <a:defRPr sz="1798"/>
            </a:lvl6pPr>
            <a:lvl7pPr marL="2466231" indent="0">
              <a:buNone/>
              <a:defRPr sz="1798"/>
            </a:lvl7pPr>
            <a:lvl8pPr marL="2877269" indent="0">
              <a:buNone/>
              <a:defRPr sz="1798"/>
            </a:lvl8pPr>
            <a:lvl9pPr marL="3288308" indent="0">
              <a:buNone/>
              <a:defRPr sz="1798"/>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438"/>
            </a:lvl1pPr>
            <a:lvl2pPr marL="411038" indent="0">
              <a:buNone/>
              <a:defRPr sz="1259"/>
            </a:lvl2pPr>
            <a:lvl3pPr marL="822077" indent="0">
              <a:buNone/>
              <a:defRPr sz="1079"/>
            </a:lvl3pPr>
            <a:lvl4pPr marL="1233115" indent="0">
              <a:buNone/>
              <a:defRPr sz="899"/>
            </a:lvl4pPr>
            <a:lvl5pPr marL="1644154" indent="0">
              <a:buNone/>
              <a:defRPr sz="899"/>
            </a:lvl5pPr>
            <a:lvl6pPr marL="2055192" indent="0">
              <a:buNone/>
              <a:defRPr sz="899"/>
            </a:lvl6pPr>
            <a:lvl7pPr marL="2466231" indent="0">
              <a:buNone/>
              <a:defRPr sz="899"/>
            </a:lvl7pPr>
            <a:lvl8pPr marL="2877269" indent="0">
              <a:buNone/>
              <a:defRPr sz="899"/>
            </a:lvl8pPr>
            <a:lvl9pPr marL="3288308" indent="0">
              <a:buNone/>
              <a:defRPr sz="899"/>
            </a:lvl9pPr>
          </a:lstStyle>
          <a:p>
            <a:pPr lvl="0"/>
            <a:r>
              <a:rPr lang="en-US"/>
              <a:t>Edit Master text styles</a:t>
            </a:r>
          </a:p>
        </p:txBody>
      </p:sp>
      <p:sp>
        <p:nvSpPr>
          <p:cNvPr id="5" name="Date Placeholder 4"/>
          <p:cNvSpPr>
            <a:spLocks noGrp="1"/>
          </p:cNvSpPr>
          <p:nvPr>
            <p:ph type="dt" sz="half" idx="10"/>
          </p:nvPr>
        </p:nvSpPr>
        <p:spPr/>
        <p:txBody>
          <a:bodyPr/>
          <a:lstStyle/>
          <a:p>
            <a:r>
              <a:rPr lang="en-PK"/>
              <a:t>Lecture 1: Introduction to C++</a:t>
            </a:r>
            <a:endParaRPr lang="en-US" dirty="0"/>
          </a:p>
        </p:txBody>
      </p:sp>
      <p:sp>
        <p:nvSpPr>
          <p:cNvPr id="6" name="Footer Placeholder 5"/>
          <p:cNvSpPr>
            <a:spLocks noGrp="1"/>
          </p:cNvSpPr>
          <p:nvPr>
            <p:ph type="ftr" sz="quarter" idx="11"/>
          </p:nvPr>
        </p:nvSpPr>
        <p:spPr/>
        <p:txBody>
          <a:bodyPr/>
          <a:lstStyle/>
          <a:p>
            <a:r>
              <a:rPr lang="en-US"/>
              <a:t>Fall 2024 – Introduction to Programming Language mrkhowaja@iba.edu.pk  </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7906566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PK"/>
              <a:t>Lecture 1: Introduction to C++</a:t>
            </a:r>
            <a:endParaRPr lang="en-US" dirty="0"/>
          </a:p>
        </p:txBody>
      </p:sp>
      <p:sp>
        <p:nvSpPr>
          <p:cNvPr id="5" name="Footer Placeholder 4"/>
          <p:cNvSpPr>
            <a:spLocks noGrp="1"/>
          </p:cNvSpPr>
          <p:nvPr>
            <p:ph type="ftr" sz="quarter" idx="11"/>
          </p:nvPr>
        </p:nvSpPr>
        <p:spPr/>
        <p:txBody>
          <a:bodyPr/>
          <a:lstStyle/>
          <a:p>
            <a:r>
              <a:rPr lang="en-US"/>
              <a:t>Fall 2024 – Introduction to Programming Language mrkhowaja@iba.edu.pk  </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308570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PK"/>
              <a:t>Lecture 1: Introduction to C++</a:t>
            </a:r>
            <a:endParaRPr lang="en-US" dirty="0"/>
          </a:p>
        </p:txBody>
      </p:sp>
      <p:sp>
        <p:nvSpPr>
          <p:cNvPr id="5" name="Footer Placeholder 4"/>
          <p:cNvSpPr>
            <a:spLocks noGrp="1"/>
          </p:cNvSpPr>
          <p:nvPr>
            <p:ph type="ftr" sz="quarter" idx="11"/>
          </p:nvPr>
        </p:nvSpPr>
        <p:spPr/>
        <p:txBody>
          <a:bodyPr/>
          <a:lstStyle/>
          <a:p>
            <a:r>
              <a:rPr lang="en-US"/>
              <a:t>Fall 2024 – Introduction to Programming Language mrkhowaja@iba.edu.pk  </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059284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3048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1117600" y="19050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9050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7">
            <a:extLst>
              <a:ext uri="{FF2B5EF4-FFF2-40B4-BE49-F238E27FC236}">
                <a16:creationId xmlns:a16="http://schemas.microsoft.com/office/drawing/2014/main" id="{D06C275B-3A60-0CC2-FEFE-FA5B5D6A1324}"/>
              </a:ext>
            </a:extLst>
          </p:cNvPr>
          <p:cNvSpPr>
            <a:spLocks noGrp="1" noChangeArrowheads="1"/>
          </p:cNvSpPr>
          <p:nvPr>
            <p:ph type="dt" sz="half" idx="10"/>
          </p:nvPr>
        </p:nvSpPr>
        <p:spPr/>
        <p:txBody>
          <a:bodyPr/>
          <a:lstStyle>
            <a:lvl1pPr>
              <a:defRPr/>
            </a:lvl1pPr>
          </a:lstStyle>
          <a:p>
            <a:pPr>
              <a:defRPr/>
            </a:pPr>
            <a:r>
              <a:rPr lang="en-PK"/>
              <a:t>Lecture 1: Introduction to C++</a:t>
            </a:r>
            <a:endParaRPr lang="en-US"/>
          </a:p>
        </p:txBody>
      </p:sp>
      <p:sp>
        <p:nvSpPr>
          <p:cNvPr id="6" name="Rectangle 78">
            <a:extLst>
              <a:ext uri="{FF2B5EF4-FFF2-40B4-BE49-F238E27FC236}">
                <a16:creationId xmlns:a16="http://schemas.microsoft.com/office/drawing/2014/main" id="{FB8B4E06-8AA7-E2CF-6653-71D7C2D6981A}"/>
              </a:ext>
            </a:extLst>
          </p:cNvPr>
          <p:cNvSpPr>
            <a:spLocks noGrp="1" noChangeArrowheads="1"/>
          </p:cNvSpPr>
          <p:nvPr>
            <p:ph type="ftr" sz="quarter" idx="11"/>
          </p:nvPr>
        </p:nvSpPr>
        <p:spPr/>
        <p:txBody>
          <a:bodyPr/>
          <a:lstStyle>
            <a:lvl1pPr>
              <a:defRPr/>
            </a:lvl1pPr>
          </a:lstStyle>
          <a:p>
            <a:pPr>
              <a:defRPr/>
            </a:pPr>
            <a:r>
              <a:rPr lang="en-US"/>
              <a:t>Fall 2024 – Introduction to Programming Language mrkhowaja@iba.edu.pk  </a:t>
            </a:r>
          </a:p>
        </p:txBody>
      </p:sp>
      <p:sp>
        <p:nvSpPr>
          <p:cNvPr id="7" name="Rectangle 79">
            <a:extLst>
              <a:ext uri="{FF2B5EF4-FFF2-40B4-BE49-F238E27FC236}">
                <a16:creationId xmlns:a16="http://schemas.microsoft.com/office/drawing/2014/main" id="{DD299058-659D-5F59-1378-2BB9CEE9FCB4}"/>
              </a:ext>
            </a:extLst>
          </p:cNvPr>
          <p:cNvSpPr>
            <a:spLocks noGrp="1" noChangeArrowheads="1"/>
          </p:cNvSpPr>
          <p:nvPr>
            <p:ph type="sldNum" sz="quarter" idx="12"/>
          </p:nvPr>
        </p:nvSpPr>
        <p:spPr/>
        <p:txBody>
          <a:bodyPr/>
          <a:lstStyle>
            <a:lvl1pPr>
              <a:defRPr/>
            </a:lvl1pPr>
          </a:lstStyle>
          <a:p>
            <a:r>
              <a:rPr lang="en-US" altLang="en-US"/>
              <a:t>Page </a:t>
            </a:r>
            <a:fld id="{EACBC38F-F14A-4F05-A847-3D8E1A3DF78C}" type="slidenum">
              <a:rPr lang="en-US" altLang="en-US"/>
              <a:pPr/>
              <a:t>‹#›</a:t>
            </a:fld>
            <a:endParaRPr lang="en-US" altLang="en-US"/>
          </a:p>
        </p:txBody>
      </p:sp>
    </p:spTree>
    <p:extLst>
      <p:ext uri="{BB962C8B-B14F-4D97-AF65-F5344CB8AC3E}">
        <p14:creationId xmlns:p14="http://schemas.microsoft.com/office/powerpoint/2010/main" val="2378288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079">
                <a:solidFill>
                  <a:schemeClr val="tx1">
                    <a:tint val="75000"/>
                  </a:schemeClr>
                </a:solidFill>
              </a:defRPr>
            </a:lvl1pPr>
          </a:lstStyle>
          <a:p>
            <a:r>
              <a:rPr lang="en-PK"/>
              <a:t>Lecture 1: Introduction to C++</a:t>
            </a:r>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079">
                <a:solidFill>
                  <a:schemeClr val="tx1">
                    <a:tint val="75000"/>
                  </a:schemeClr>
                </a:solidFill>
              </a:defRPr>
            </a:lvl1pPr>
          </a:lstStyle>
          <a:p>
            <a:r>
              <a:rPr lang="en-US"/>
              <a:t>Fall 2024 – Introduction to Programming Language mrkhowaja@iba.edu.pk  </a:t>
            </a:r>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079">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64412638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txStyles>
    <p:titleStyle>
      <a:lvl1pPr algn="l" defTabSz="822077" rtl="0" eaLnBrk="1" latinLnBrk="0" hangingPunct="1">
        <a:lnSpc>
          <a:spcPct val="90000"/>
        </a:lnSpc>
        <a:spcBef>
          <a:spcPct val="0"/>
        </a:spcBef>
        <a:buNone/>
        <a:defRPr sz="3956" kern="1200">
          <a:solidFill>
            <a:schemeClr val="tx1"/>
          </a:solidFill>
          <a:latin typeface="+mj-lt"/>
          <a:ea typeface="+mj-ea"/>
          <a:cs typeface="+mj-cs"/>
        </a:defRPr>
      </a:lvl1pPr>
    </p:titleStyle>
    <p:bodyStyle>
      <a:lvl1pPr marL="205519" indent="-205519" algn="l" defTabSz="822077" rtl="0" eaLnBrk="1" latinLnBrk="0" hangingPunct="1">
        <a:lnSpc>
          <a:spcPct val="90000"/>
        </a:lnSpc>
        <a:spcBef>
          <a:spcPts val="899"/>
        </a:spcBef>
        <a:buFont typeface="Arial" panose="020B0604020202020204" pitchFamily="34" charset="0"/>
        <a:buChar char="•"/>
        <a:defRPr sz="2517" kern="1200">
          <a:solidFill>
            <a:schemeClr val="tx1"/>
          </a:solidFill>
          <a:latin typeface="+mn-lt"/>
          <a:ea typeface="+mn-ea"/>
          <a:cs typeface="+mn-cs"/>
        </a:defRPr>
      </a:lvl1pPr>
      <a:lvl2pPr marL="616558" indent="-205519" algn="l" defTabSz="822077" rtl="0" eaLnBrk="1" latinLnBrk="0" hangingPunct="1">
        <a:lnSpc>
          <a:spcPct val="90000"/>
        </a:lnSpc>
        <a:spcBef>
          <a:spcPts val="449"/>
        </a:spcBef>
        <a:buFont typeface="Arial" panose="020B0604020202020204" pitchFamily="34" charset="0"/>
        <a:buChar char="•"/>
        <a:defRPr sz="2158" kern="1200">
          <a:solidFill>
            <a:schemeClr val="tx1"/>
          </a:solidFill>
          <a:latin typeface="+mn-lt"/>
          <a:ea typeface="+mn-ea"/>
          <a:cs typeface="+mn-cs"/>
        </a:defRPr>
      </a:lvl2pPr>
      <a:lvl3pPr marL="1027596" indent="-205519" algn="l" defTabSz="822077" rtl="0" eaLnBrk="1" latinLnBrk="0" hangingPunct="1">
        <a:lnSpc>
          <a:spcPct val="90000"/>
        </a:lnSpc>
        <a:spcBef>
          <a:spcPts val="449"/>
        </a:spcBef>
        <a:buFont typeface="Arial" panose="020B0604020202020204" pitchFamily="34" charset="0"/>
        <a:buChar char="•"/>
        <a:defRPr sz="1798" kern="1200">
          <a:solidFill>
            <a:schemeClr val="tx1"/>
          </a:solidFill>
          <a:latin typeface="+mn-lt"/>
          <a:ea typeface="+mn-ea"/>
          <a:cs typeface="+mn-cs"/>
        </a:defRPr>
      </a:lvl3pPr>
      <a:lvl4pPr marL="1438635"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4pPr>
      <a:lvl5pPr marL="1849673"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5pPr>
      <a:lvl6pPr marL="2260712"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6pPr>
      <a:lvl7pPr marL="2671750"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7pPr>
      <a:lvl8pPr marL="3082788"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8pPr>
      <a:lvl9pPr marL="3493827" indent="-205519" algn="l" defTabSz="822077" rtl="0" eaLnBrk="1" latinLnBrk="0" hangingPunct="1">
        <a:lnSpc>
          <a:spcPct val="90000"/>
        </a:lnSpc>
        <a:spcBef>
          <a:spcPts val="449"/>
        </a:spcBef>
        <a:buFont typeface="Arial" panose="020B0604020202020204" pitchFamily="34" charset="0"/>
        <a:buChar char="•"/>
        <a:defRPr sz="1618" kern="1200">
          <a:solidFill>
            <a:schemeClr val="tx1"/>
          </a:solidFill>
          <a:latin typeface="+mn-lt"/>
          <a:ea typeface="+mn-ea"/>
          <a:cs typeface="+mn-cs"/>
        </a:defRPr>
      </a:lvl9pPr>
    </p:bodyStyle>
    <p:otherStyle>
      <a:defPPr>
        <a:defRPr lang="en-US"/>
      </a:defPPr>
      <a:lvl1pPr marL="0" algn="l" defTabSz="822077" rtl="0" eaLnBrk="1" latinLnBrk="0" hangingPunct="1">
        <a:defRPr sz="1618" kern="1200">
          <a:solidFill>
            <a:schemeClr val="tx1"/>
          </a:solidFill>
          <a:latin typeface="+mn-lt"/>
          <a:ea typeface="+mn-ea"/>
          <a:cs typeface="+mn-cs"/>
        </a:defRPr>
      </a:lvl1pPr>
      <a:lvl2pPr marL="411038" algn="l" defTabSz="822077" rtl="0" eaLnBrk="1" latinLnBrk="0" hangingPunct="1">
        <a:defRPr sz="1618" kern="1200">
          <a:solidFill>
            <a:schemeClr val="tx1"/>
          </a:solidFill>
          <a:latin typeface="+mn-lt"/>
          <a:ea typeface="+mn-ea"/>
          <a:cs typeface="+mn-cs"/>
        </a:defRPr>
      </a:lvl2pPr>
      <a:lvl3pPr marL="822077" algn="l" defTabSz="822077" rtl="0" eaLnBrk="1" latinLnBrk="0" hangingPunct="1">
        <a:defRPr sz="1618" kern="1200">
          <a:solidFill>
            <a:schemeClr val="tx1"/>
          </a:solidFill>
          <a:latin typeface="+mn-lt"/>
          <a:ea typeface="+mn-ea"/>
          <a:cs typeface="+mn-cs"/>
        </a:defRPr>
      </a:lvl3pPr>
      <a:lvl4pPr marL="1233115" algn="l" defTabSz="822077" rtl="0" eaLnBrk="1" latinLnBrk="0" hangingPunct="1">
        <a:defRPr sz="1618" kern="1200">
          <a:solidFill>
            <a:schemeClr val="tx1"/>
          </a:solidFill>
          <a:latin typeface="+mn-lt"/>
          <a:ea typeface="+mn-ea"/>
          <a:cs typeface="+mn-cs"/>
        </a:defRPr>
      </a:lvl4pPr>
      <a:lvl5pPr marL="1644154" algn="l" defTabSz="822077" rtl="0" eaLnBrk="1" latinLnBrk="0" hangingPunct="1">
        <a:defRPr sz="1618" kern="1200">
          <a:solidFill>
            <a:schemeClr val="tx1"/>
          </a:solidFill>
          <a:latin typeface="+mn-lt"/>
          <a:ea typeface="+mn-ea"/>
          <a:cs typeface="+mn-cs"/>
        </a:defRPr>
      </a:lvl5pPr>
      <a:lvl6pPr marL="2055192" algn="l" defTabSz="822077" rtl="0" eaLnBrk="1" latinLnBrk="0" hangingPunct="1">
        <a:defRPr sz="1618" kern="1200">
          <a:solidFill>
            <a:schemeClr val="tx1"/>
          </a:solidFill>
          <a:latin typeface="+mn-lt"/>
          <a:ea typeface="+mn-ea"/>
          <a:cs typeface="+mn-cs"/>
        </a:defRPr>
      </a:lvl6pPr>
      <a:lvl7pPr marL="2466231" algn="l" defTabSz="822077" rtl="0" eaLnBrk="1" latinLnBrk="0" hangingPunct="1">
        <a:defRPr sz="1618" kern="1200">
          <a:solidFill>
            <a:schemeClr val="tx1"/>
          </a:solidFill>
          <a:latin typeface="+mn-lt"/>
          <a:ea typeface="+mn-ea"/>
          <a:cs typeface="+mn-cs"/>
        </a:defRPr>
      </a:lvl7pPr>
      <a:lvl8pPr marL="2877269" algn="l" defTabSz="822077" rtl="0" eaLnBrk="1" latinLnBrk="0" hangingPunct="1">
        <a:defRPr sz="1618" kern="1200">
          <a:solidFill>
            <a:schemeClr val="tx1"/>
          </a:solidFill>
          <a:latin typeface="+mn-lt"/>
          <a:ea typeface="+mn-ea"/>
          <a:cs typeface="+mn-cs"/>
        </a:defRPr>
      </a:lvl8pPr>
      <a:lvl9pPr marL="3288308" algn="l" defTabSz="822077" rtl="0" eaLnBrk="1" latinLnBrk="0" hangingPunct="1">
        <a:defRPr sz="161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64B2-65A5-46BB-B874-C4E0E3A5206F}"/>
              </a:ext>
            </a:extLst>
          </p:cNvPr>
          <p:cNvSpPr>
            <a:spLocks noGrp="1"/>
          </p:cNvSpPr>
          <p:nvPr>
            <p:ph type="ctrTitle"/>
          </p:nvPr>
        </p:nvSpPr>
        <p:spPr>
          <a:xfrm>
            <a:off x="331304" y="2530661"/>
            <a:ext cx="10906538" cy="1209740"/>
          </a:xfrm>
        </p:spPr>
        <p:txBody>
          <a:bodyPr>
            <a:noAutofit/>
          </a:bodyPr>
          <a:lstStyle/>
          <a:p>
            <a:r>
              <a:rPr lang="en-GB" sz="5400" dirty="0"/>
              <a:t>Introduction to Programming Language (CSE-141)</a:t>
            </a:r>
          </a:p>
        </p:txBody>
      </p:sp>
      <p:sp>
        <p:nvSpPr>
          <p:cNvPr id="3" name="Subtitle 2">
            <a:extLst>
              <a:ext uri="{FF2B5EF4-FFF2-40B4-BE49-F238E27FC236}">
                <a16:creationId xmlns:a16="http://schemas.microsoft.com/office/drawing/2014/main" id="{D8FF4DCD-1FDE-41A8-AEF2-CB148BA13650}"/>
              </a:ext>
            </a:extLst>
          </p:cNvPr>
          <p:cNvSpPr>
            <a:spLocks noGrp="1"/>
          </p:cNvSpPr>
          <p:nvPr>
            <p:ph type="subTitle" idx="1"/>
          </p:nvPr>
        </p:nvSpPr>
        <p:spPr>
          <a:xfrm>
            <a:off x="2494373" y="4128556"/>
            <a:ext cx="6831673" cy="774747"/>
          </a:xfrm>
        </p:spPr>
        <p:txBody>
          <a:bodyPr>
            <a:normAutofit/>
          </a:bodyPr>
          <a:lstStyle/>
          <a:p>
            <a:r>
              <a:rPr lang="en-GB" sz="3600" dirty="0"/>
              <a:t>Lecture 1: Introduction to C++</a:t>
            </a:r>
          </a:p>
        </p:txBody>
      </p:sp>
    </p:spTree>
    <p:extLst>
      <p:ext uri="{BB962C8B-B14F-4D97-AF65-F5344CB8AC3E}">
        <p14:creationId xmlns:p14="http://schemas.microsoft.com/office/powerpoint/2010/main" val="4965063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4D136-A93A-4D1F-999F-611E0EF81A55}"/>
              </a:ext>
            </a:extLst>
          </p:cNvPr>
          <p:cNvSpPr>
            <a:spLocks noGrp="1"/>
          </p:cNvSpPr>
          <p:nvPr>
            <p:ph type="title"/>
          </p:nvPr>
        </p:nvSpPr>
        <p:spPr>
          <a:xfrm>
            <a:off x="680553" y="0"/>
            <a:ext cx="10515600" cy="1325563"/>
          </a:xfrm>
        </p:spPr>
        <p:txBody>
          <a:bodyPr/>
          <a:lstStyle/>
          <a:p>
            <a:r>
              <a:rPr lang="en-GB" dirty="0">
                <a:solidFill>
                  <a:schemeClr val="bg1"/>
                </a:solidFill>
              </a:rPr>
              <a:t>Instructor’s Introduction</a:t>
            </a:r>
          </a:p>
        </p:txBody>
      </p:sp>
      <p:graphicFrame>
        <p:nvGraphicFramePr>
          <p:cNvPr id="4" name="Content Placeholder 3">
            <a:extLst>
              <a:ext uri="{FF2B5EF4-FFF2-40B4-BE49-F238E27FC236}">
                <a16:creationId xmlns:a16="http://schemas.microsoft.com/office/drawing/2014/main" id="{79924154-8CE3-4D43-8CDD-66F348C34914}"/>
              </a:ext>
            </a:extLst>
          </p:cNvPr>
          <p:cNvGraphicFramePr>
            <a:graphicFrameLocks noGrp="1"/>
          </p:cNvGraphicFramePr>
          <p:nvPr>
            <p:ph idx="1"/>
            <p:extLst>
              <p:ext uri="{D42A27DB-BD31-4B8C-83A1-F6EECF244321}">
                <p14:modId xmlns:p14="http://schemas.microsoft.com/office/powerpoint/2010/main" val="4285118203"/>
              </p:ext>
            </p:extLst>
          </p:nvPr>
        </p:nvGraphicFramePr>
        <p:xfrm>
          <a:off x="838200" y="1461886"/>
          <a:ext cx="8874967" cy="3936120"/>
        </p:xfrm>
        <a:graphic>
          <a:graphicData uri="http://schemas.openxmlformats.org/drawingml/2006/table">
            <a:tbl>
              <a:tblPr bandCol="1">
                <a:tableStyleId>{616DA210-FB5B-4158-B5E0-FEB733F419BA}</a:tableStyleId>
              </a:tblPr>
              <a:tblGrid>
                <a:gridCol w="2650738">
                  <a:extLst>
                    <a:ext uri="{9D8B030D-6E8A-4147-A177-3AD203B41FA5}">
                      <a16:colId xmlns:a16="http://schemas.microsoft.com/office/drawing/2014/main" val="2423938436"/>
                    </a:ext>
                  </a:extLst>
                </a:gridCol>
                <a:gridCol w="6224229">
                  <a:extLst>
                    <a:ext uri="{9D8B030D-6E8A-4147-A177-3AD203B41FA5}">
                      <a16:colId xmlns:a16="http://schemas.microsoft.com/office/drawing/2014/main" val="3787579256"/>
                    </a:ext>
                  </a:extLst>
                </a:gridCol>
              </a:tblGrid>
              <a:tr h="369722">
                <a:tc>
                  <a:txBody>
                    <a:bodyPr/>
                    <a:lstStyle/>
                    <a:p>
                      <a:r>
                        <a:rPr lang="en-GB" b="1" dirty="0"/>
                        <a:t>Name</a:t>
                      </a:r>
                    </a:p>
                  </a:txBody>
                  <a:tcPr/>
                </a:tc>
                <a:tc>
                  <a:txBody>
                    <a:bodyPr/>
                    <a:lstStyle/>
                    <a:p>
                      <a:r>
                        <a:rPr lang="en-GB" dirty="0"/>
                        <a:t>Maria Rahim</a:t>
                      </a:r>
                    </a:p>
                  </a:txBody>
                  <a:tcPr/>
                </a:tc>
                <a:extLst>
                  <a:ext uri="{0D108BD9-81ED-4DB2-BD59-A6C34878D82A}">
                    <a16:rowId xmlns:a16="http://schemas.microsoft.com/office/drawing/2014/main" val="148205744"/>
                  </a:ext>
                </a:extLst>
              </a:tr>
              <a:tr h="405631">
                <a:tc>
                  <a:txBody>
                    <a:bodyPr/>
                    <a:lstStyle/>
                    <a:p>
                      <a:r>
                        <a:rPr lang="en-GB" b="1" dirty="0"/>
                        <a:t>Designation </a:t>
                      </a:r>
                    </a:p>
                  </a:txBody>
                  <a:tcPr/>
                </a:tc>
                <a:tc>
                  <a:txBody>
                    <a:bodyPr/>
                    <a:lstStyle/>
                    <a:p>
                      <a:r>
                        <a:rPr lang="en-GB" b="1" dirty="0"/>
                        <a:t>Lecturer </a:t>
                      </a:r>
                      <a:endParaRPr lang="en-GB" dirty="0"/>
                    </a:p>
                  </a:txBody>
                  <a:tcPr/>
                </a:tc>
                <a:extLst>
                  <a:ext uri="{0D108BD9-81ED-4DB2-BD59-A6C34878D82A}">
                    <a16:rowId xmlns:a16="http://schemas.microsoft.com/office/drawing/2014/main" val="1328676287"/>
                  </a:ext>
                </a:extLst>
              </a:tr>
              <a:tr h="405631">
                <a:tc>
                  <a:txBody>
                    <a:bodyPr/>
                    <a:lstStyle/>
                    <a:p>
                      <a:r>
                        <a:rPr lang="en-GB" b="1" dirty="0"/>
                        <a:t>Qualifications:</a:t>
                      </a:r>
                    </a:p>
                  </a:txBody>
                  <a:tcPr/>
                </a:tc>
                <a:tc>
                  <a:txBody>
                    <a:bodyPr/>
                    <a:lstStyle/>
                    <a:p>
                      <a:r>
                        <a:rPr lang="en-GB" dirty="0"/>
                        <a:t>Pursuing </a:t>
                      </a:r>
                      <a:r>
                        <a:rPr lang="en-GB" b="1" dirty="0"/>
                        <a:t>PhD in Computer Science (Natural Language Processing)  </a:t>
                      </a:r>
                    </a:p>
                  </a:txBody>
                  <a:tcPr/>
                </a:tc>
                <a:extLst>
                  <a:ext uri="{0D108BD9-81ED-4DB2-BD59-A6C34878D82A}">
                    <a16:rowId xmlns:a16="http://schemas.microsoft.com/office/drawing/2014/main" val="1033017992"/>
                  </a:ext>
                </a:extLst>
              </a:tr>
              <a:tr h="405631">
                <a:tc>
                  <a:txBody>
                    <a:bodyPr/>
                    <a:lstStyle/>
                    <a:p>
                      <a:endParaRPr lang="en-GB" dirty="0"/>
                    </a:p>
                  </a:txBody>
                  <a:tcPr/>
                </a:tc>
                <a:tc>
                  <a:txBody>
                    <a:bodyPr/>
                    <a:lstStyle/>
                    <a:p>
                      <a:r>
                        <a:rPr lang="en-GB" b="1" dirty="0"/>
                        <a:t>MS(CS) </a:t>
                      </a:r>
                      <a:r>
                        <a:rPr lang="en-GB" dirty="0"/>
                        <a:t>From IBA Karachi </a:t>
                      </a:r>
                    </a:p>
                  </a:txBody>
                  <a:tcPr/>
                </a:tc>
                <a:extLst>
                  <a:ext uri="{0D108BD9-81ED-4DB2-BD59-A6C34878D82A}">
                    <a16:rowId xmlns:a16="http://schemas.microsoft.com/office/drawing/2014/main" val="3312184843"/>
                  </a:ext>
                </a:extLst>
              </a:tr>
              <a:tr h="405631">
                <a:tc>
                  <a:txBody>
                    <a:bodyPr/>
                    <a:lstStyle/>
                    <a:p>
                      <a:endParaRPr lang="en-GB"/>
                    </a:p>
                  </a:txBody>
                  <a:tcPr/>
                </a:tc>
                <a:tc>
                  <a:txBody>
                    <a:bodyPr/>
                    <a:lstStyle/>
                    <a:p>
                      <a:r>
                        <a:rPr lang="en-GB" b="1" dirty="0"/>
                        <a:t>BS(CS) </a:t>
                      </a:r>
                      <a:r>
                        <a:rPr lang="en-GB" dirty="0"/>
                        <a:t> From IBA Karachi</a:t>
                      </a:r>
                    </a:p>
                  </a:txBody>
                  <a:tcPr/>
                </a:tc>
                <a:extLst>
                  <a:ext uri="{0D108BD9-81ED-4DB2-BD59-A6C34878D82A}">
                    <a16:rowId xmlns:a16="http://schemas.microsoft.com/office/drawing/2014/main" val="3069341121"/>
                  </a:ext>
                </a:extLst>
              </a:tr>
              <a:tr h="566306">
                <a:tc>
                  <a:txBody>
                    <a:bodyPr/>
                    <a:lstStyle/>
                    <a:p>
                      <a:r>
                        <a:rPr lang="en-GB" b="1" dirty="0"/>
                        <a:t>Course Profile </a:t>
                      </a:r>
                    </a:p>
                  </a:txBody>
                  <a:tcPr/>
                </a:tc>
                <a:tc>
                  <a:txBody>
                    <a:bodyPr/>
                    <a:lstStyle/>
                    <a:p>
                      <a:r>
                        <a:rPr lang="en-GB" dirty="0"/>
                        <a:t>ITP , OOP , </a:t>
                      </a:r>
                      <a:r>
                        <a:rPr lang="en-GB" b="0" dirty="0"/>
                        <a:t>ICA</a:t>
                      </a:r>
                      <a:r>
                        <a:rPr lang="en-GB" dirty="0"/>
                        <a:t> , Database Systems , </a:t>
                      </a:r>
                      <a:r>
                        <a:rPr lang="en-GB" b="0" dirty="0"/>
                        <a:t>ITC</a:t>
                      </a:r>
                    </a:p>
                  </a:txBody>
                  <a:tcPr/>
                </a:tc>
                <a:extLst>
                  <a:ext uri="{0D108BD9-81ED-4DB2-BD59-A6C34878D82A}">
                    <a16:rowId xmlns:a16="http://schemas.microsoft.com/office/drawing/2014/main" val="107087599"/>
                  </a:ext>
                </a:extLst>
              </a:tr>
              <a:tr h="566306">
                <a:tc>
                  <a:txBody>
                    <a:bodyPr/>
                    <a:lstStyle/>
                    <a:p>
                      <a:r>
                        <a:rPr lang="en-GB" b="1" dirty="0"/>
                        <a:t>Job Profile </a:t>
                      </a:r>
                    </a:p>
                  </a:txBody>
                  <a:tcPr/>
                </a:tc>
                <a:tc>
                  <a:txBody>
                    <a:bodyPr/>
                    <a:lstStyle/>
                    <a:p>
                      <a:r>
                        <a:rPr lang="en-GB" b="0" dirty="0"/>
                        <a:t>Lecturer at IBA </a:t>
                      </a:r>
                    </a:p>
                  </a:txBody>
                  <a:tcPr/>
                </a:tc>
                <a:extLst>
                  <a:ext uri="{0D108BD9-81ED-4DB2-BD59-A6C34878D82A}">
                    <a16:rowId xmlns:a16="http://schemas.microsoft.com/office/drawing/2014/main" val="3622682976"/>
                  </a:ext>
                </a:extLst>
              </a:tr>
              <a:tr h="405631">
                <a:tc>
                  <a:txBody>
                    <a:bodyPr/>
                    <a:lstStyle/>
                    <a:p>
                      <a:r>
                        <a:rPr lang="en-GB" b="1" dirty="0"/>
                        <a:t>Email:</a:t>
                      </a:r>
                    </a:p>
                  </a:txBody>
                  <a:tcPr/>
                </a:tc>
                <a:tc>
                  <a:txBody>
                    <a:bodyPr/>
                    <a:lstStyle/>
                    <a:p>
                      <a:r>
                        <a:rPr lang="en-GB" dirty="0"/>
                        <a:t>mrkhowaja@iba.edu.pk</a:t>
                      </a:r>
                    </a:p>
                  </a:txBody>
                  <a:tcPr/>
                </a:tc>
                <a:extLst>
                  <a:ext uri="{0D108BD9-81ED-4DB2-BD59-A6C34878D82A}">
                    <a16:rowId xmlns:a16="http://schemas.microsoft.com/office/drawing/2014/main" val="2477557688"/>
                  </a:ext>
                </a:extLst>
              </a:tr>
              <a:tr h="405631">
                <a:tc>
                  <a:txBody>
                    <a:bodyPr/>
                    <a:lstStyle/>
                    <a:p>
                      <a:r>
                        <a:rPr lang="en-GB" b="1" dirty="0"/>
                        <a:t>Counselling Hours </a:t>
                      </a:r>
                    </a:p>
                  </a:txBody>
                  <a:tcPr/>
                </a:tc>
                <a:tc>
                  <a:txBody>
                    <a:bodyPr/>
                    <a:lstStyle/>
                    <a:p>
                      <a:r>
                        <a:rPr lang="en-GB" dirty="0"/>
                        <a:t>Tuesday/Thursday 3:00 pm- 5:00 pm at Faculty Longue, City Campus</a:t>
                      </a:r>
                    </a:p>
                  </a:txBody>
                  <a:tcPr/>
                </a:tc>
                <a:extLst>
                  <a:ext uri="{0D108BD9-81ED-4DB2-BD59-A6C34878D82A}">
                    <a16:rowId xmlns:a16="http://schemas.microsoft.com/office/drawing/2014/main" val="3377262551"/>
                  </a:ext>
                </a:extLst>
              </a:tr>
            </a:tbl>
          </a:graphicData>
        </a:graphic>
      </p:graphicFrame>
    </p:spTree>
    <p:extLst>
      <p:ext uri="{BB962C8B-B14F-4D97-AF65-F5344CB8AC3E}">
        <p14:creationId xmlns:p14="http://schemas.microsoft.com/office/powerpoint/2010/main" val="31180061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E97-997F-4517-BB04-0A0E11C42831}"/>
              </a:ext>
            </a:extLst>
          </p:cNvPr>
          <p:cNvSpPr>
            <a:spLocks noGrp="1"/>
          </p:cNvSpPr>
          <p:nvPr>
            <p:ph type="title"/>
          </p:nvPr>
        </p:nvSpPr>
        <p:spPr>
          <a:xfrm>
            <a:off x="467140" y="0"/>
            <a:ext cx="10515600" cy="1325563"/>
          </a:xfrm>
        </p:spPr>
        <p:txBody>
          <a:bodyPr/>
          <a:lstStyle/>
          <a:p>
            <a:r>
              <a:rPr lang="en-GB" dirty="0">
                <a:solidFill>
                  <a:schemeClr val="bg1"/>
                </a:solidFill>
              </a:rPr>
              <a:t>Course Introduction</a:t>
            </a:r>
          </a:p>
        </p:txBody>
      </p:sp>
      <p:graphicFrame>
        <p:nvGraphicFramePr>
          <p:cNvPr id="4" name="Content Placeholder 3">
            <a:extLst>
              <a:ext uri="{FF2B5EF4-FFF2-40B4-BE49-F238E27FC236}">
                <a16:creationId xmlns:a16="http://schemas.microsoft.com/office/drawing/2014/main" id="{0456A4DD-512F-4FA0-9A55-0C8F6DF061CB}"/>
              </a:ext>
            </a:extLst>
          </p:cNvPr>
          <p:cNvGraphicFramePr>
            <a:graphicFrameLocks noGrp="1"/>
          </p:cNvGraphicFramePr>
          <p:nvPr>
            <p:ph idx="1"/>
            <p:extLst>
              <p:ext uri="{D42A27DB-BD31-4B8C-83A1-F6EECF244321}">
                <p14:modId xmlns:p14="http://schemas.microsoft.com/office/powerpoint/2010/main" val="3401001195"/>
              </p:ext>
            </p:extLst>
          </p:nvPr>
        </p:nvGraphicFramePr>
        <p:xfrm>
          <a:off x="838200" y="2116562"/>
          <a:ext cx="8113412" cy="2790185"/>
        </p:xfrm>
        <a:graphic>
          <a:graphicData uri="http://schemas.openxmlformats.org/drawingml/2006/table">
            <a:tbl>
              <a:tblPr bandCol="1">
                <a:tableStyleId>{616DA210-FB5B-4158-B5E0-FEB733F419BA}</a:tableStyleId>
              </a:tblPr>
              <a:tblGrid>
                <a:gridCol w="2228152">
                  <a:extLst>
                    <a:ext uri="{9D8B030D-6E8A-4147-A177-3AD203B41FA5}">
                      <a16:colId xmlns:a16="http://schemas.microsoft.com/office/drawing/2014/main" val="3659944261"/>
                    </a:ext>
                  </a:extLst>
                </a:gridCol>
                <a:gridCol w="5885260">
                  <a:extLst>
                    <a:ext uri="{9D8B030D-6E8A-4147-A177-3AD203B41FA5}">
                      <a16:colId xmlns:a16="http://schemas.microsoft.com/office/drawing/2014/main" val="1793730618"/>
                    </a:ext>
                  </a:extLst>
                </a:gridCol>
              </a:tblGrid>
              <a:tr h="410493">
                <a:tc>
                  <a:txBody>
                    <a:bodyPr/>
                    <a:lstStyle/>
                    <a:p>
                      <a:r>
                        <a:rPr lang="en-GB" b="1" dirty="0"/>
                        <a:t>Course Title</a:t>
                      </a:r>
                    </a:p>
                  </a:txBody>
                  <a:tcPr/>
                </a:tc>
                <a:tc>
                  <a:txBody>
                    <a:bodyPr/>
                    <a:lstStyle/>
                    <a:p>
                      <a:r>
                        <a:rPr lang="en-GB" dirty="0"/>
                        <a:t>Introduction to Programming Language</a:t>
                      </a:r>
                    </a:p>
                  </a:txBody>
                  <a:tcPr/>
                </a:tc>
                <a:extLst>
                  <a:ext uri="{0D108BD9-81ED-4DB2-BD59-A6C34878D82A}">
                    <a16:rowId xmlns:a16="http://schemas.microsoft.com/office/drawing/2014/main" val="1464201581"/>
                  </a:ext>
                </a:extLst>
              </a:tr>
              <a:tr h="410493">
                <a:tc>
                  <a:txBody>
                    <a:bodyPr/>
                    <a:lstStyle/>
                    <a:p>
                      <a:r>
                        <a:rPr lang="en-GB" b="1" dirty="0"/>
                        <a:t>Course Code</a:t>
                      </a:r>
                    </a:p>
                  </a:txBody>
                  <a:tcPr/>
                </a:tc>
                <a:tc>
                  <a:txBody>
                    <a:bodyPr/>
                    <a:lstStyle/>
                    <a:p>
                      <a:r>
                        <a:rPr lang="en-GB" dirty="0"/>
                        <a:t>CSE-141 ( 3,1,4) </a:t>
                      </a:r>
                    </a:p>
                  </a:txBody>
                  <a:tcPr/>
                </a:tc>
                <a:extLst>
                  <a:ext uri="{0D108BD9-81ED-4DB2-BD59-A6C34878D82A}">
                    <a16:rowId xmlns:a16="http://schemas.microsoft.com/office/drawing/2014/main" val="168660183"/>
                  </a:ext>
                </a:extLst>
              </a:tr>
              <a:tr h="410493">
                <a:tc>
                  <a:txBody>
                    <a:bodyPr/>
                    <a:lstStyle/>
                    <a:p>
                      <a:r>
                        <a:rPr lang="en-GB" b="1" dirty="0"/>
                        <a:t>Class  Schedule &amp; ERP</a:t>
                      </a:r>
                    </a:p>
                  </a:txBody>
                  <a:tcPr/>
                </a:tc>
                <a:tc>
                  <a:txBody>
                    <a:bodyPr/>
                    <a:lstStyle/>
                    <a:p>
                      <a:r>
                        <a:rPr lang="en-GB" dirty="0"/>
                        <a:t>Lecture:</a:t>
                      </a:r>
                    </a:p>
                    <a:p>
                      <a:r>
                        <a:rPr lang="en-GB" dirty="0"/>
                        <a:t>Tuesday &amp;Thursday ( 11:30 am – 12:45 pm)       Section:  97141</a:t>
                      </a:r>
                    </a:p>
                    <a:p>
                      <a:r>
                        <a:rPr lang="en-GB" dirty="0"/>
                        <a:t>                                    ( 1:00 pm- 2:15 am)              Section : 97126</a:t>
                      </a:r>
                    </a:p>
                    <a:p>
                      <a:r>
                        <a:rPr lang="en-GB" dirty="0"/>
                        <a:t>Lab:</a:t>
                      </a:r>
                    </a:p>
                    <a:p>
                      <a:r>
                        <a:rPr lang="en-GB" dirty="0"/>
                        <a:t>Saturday (</a:t>
                      </a:r>
                      <a:r>
                        <a:rPr lang="en-US" dirty="0"/>
                        <a:t>11:30 am To 02:15 pm)                          Section: 97126</a:t>
                      </a:r>
                    </a:p>
                    <a:p>
                      <a:pPr marL="0" marR="0" lvl="0" indent="0" algn="l" defTabSz="822077" rtl="0" eaLnBrk="1" fontAlgn="auto" latinLnBrk="0" hangingPunct="1">
                        <a:lnSpc>
                          <a:spcPct val="100000"/>
                        </a:lnSpc>
                        <a:spcBef>
                          <a:spcPts val="0"/>
                        </a:spcBef>
                        <a:spcAft>
                          <a:spcPts val="0"/>
                        </a:spcAft>
                        <a:buClrTx/>
                        <a:buSzTx/>
                        <a:buFontTx/>
                        <a:buNone/>
                        <a:tabLst/>
                        <a:defRPr/>
                      </a:pPr>
                      <a:r>
                        <a:rPr lang="en-GB" dirty="0"/>
                        <a:t>Saturday (</a:t>
                      </a:r>
                      <a:r>
                        <a:rPr lang="en-US" dirty="0"/>
                        <a:t>2:30 pm To 05:15 pm)                            Section: 97141</a:t>
                      </a:r>
                    </a:p>
                  </a:txBody>
                  <a:tcPr/>
                </a:tc>
                <a:extLst>
                  <a:ext uri="{0D108BD9-81ED-4DB2-BD59-A6C34878D82A}">
                    <a16:rowId xmlns:a16="http://schemas.microsoft.com/office/drawing/2014/main" val="4074751074"/>
                  </a:ext>
                </a:extLst>
              </a:tr>
              <a:tr h="398336">
                <a:tc>
                  <a:txBody>
                    <a:bodyPr/>
                    <a:lstStyle/>
                    <a:p>
                      <a:r>
                        <a:rPr lang="en-GB" b="1" dirty="0"/>
                        <a:t>Class Venue</a:t>
                      </a:r>
                    </a:p>
                  </a:txBody>
                  <a:tcPr/>
                </a:tc>
                <a:tc>
                  <a:txBody>
                    <a:bodyPr/>
                    <a:lstStyle/>
                    <a:p>
                      <a:r>
                        <a:rPr lang="en-GB" dirty="0"/>
                        <a:t>CFC3 and CCL1</a:t>
                      </a:r>
                    </a:p>
                  </a:txBody>
                  <a:tcPr/>
                </a:tc>
                <a:extLst>
                  <a:ext uri="{0D108BD9-81ED-4DB2-BD59-A6C34878D82A}">
                    <a16:rowId xmlns:a16="http://schemas.microsoft.com/office/drawing/2014/main" val="3308132758"/>
                  </a:ext>
                </a:extLst>
              </a:tr>
            </a:tbl>
          </a:graphicData>
        </a:graphic>
      </p:graphicFrame>
    </p:spTree>
    <p:extLst>
      <p:ext uri="{BB962C8B-B14F-4D97-AF65-F5344CB8AC3E}">
        <p14:creationId xmlns:p14="http://schemas.microsoft.com/office/powerpoint/2010/main" val="42336000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593A9-A0C1-4264-BE8D-A5CF69E65CC7}"/>
              </a:ext>
            </a:extLst>
          </p:cNvPr>
          <p:cNvSpPr>
            <a:spLocks noGrp="1"/>
          </p:cNvSpPr>
          <p:nvPr>
            <p:ph type="title"/>
          </p:nvPr>
        </p:nvSpPr>
        <p:spPr>
          <a:xfrm>
            <a:off x="0" y="-46182"/>
            <a:ext cx="10515600" cy="1325563"/>
          </a:xfrm>
        </p:spPr>
        <p:txBody>
          <a:bodyPr/>
          <a:lstStyle/>
          <a:p>
            <a:pPr algn="ctr"/>
            <a:r>
              <a:rPr lang="en-GB" dirty="0">
                <a:solidFill>
                  <a:schemeClr val="bg1"/>
                </a:solidFill>
              </a:rPr>
              <a:t>Course Objective</a:t>
            </a:r>
          </a:p>
        </p:txBody>
      </p:sp>
      <p:sp>
        <p:nvSpPr>
          <p:cNvPr id="7" name="TextBox 6">
            <a:extLst>
              <a:ext uri="{FF2B5EF4-FFF2-40B4-BE49-F238E27FC236}">
                <a16:creationId xmlns:a16="http://schemas.microsoft.com/office/drawing/2014/main" id="{7DF64FA7-C262-C0AA-7184-491DC50D8492}"/>
              </a:ext>
            </a:extLst>
          </p:cNvPr>
          <p:cNvSpPr txBox="1"/>
          <p:nvPr/>
        </p:nvSpPr>
        <p:spPr>
          <a:xfrm>
            <a:off x="475861" y="1997259"/>
            <a:ext cx="10793963" cy="2272802"/>
          </a:xfrm>
          <a:prstGeom prst="rect">
            <a:avLst/>
          </a:prstGeom>
          <a:noFill/>
        </p:spPr>
        <p:txBody>
          <a:bodyPr wrap="square">
            <a:spAutoFit/>
          </a:bodyPr>
          <a:lstStyle/>
          <a:p>
            <a:r>
              <a:rPr lang="en-US" dirty="0"/>
              <a:t>This course serves as an introduction to computational problem solving using a modern programming language. The main objective is to provide students with understanding of programming essentials, including algorithms, data types, elementary control structures, functions, and recursion used within the framework of structural and modular programming paradigms. The students will learn to apply an integrated program development tool to design, implement, test, debug, and document programs. This course prepares students for the more advanced programming courses such as CSE142 (Object Oriented Programming Techniques) and CSE247 (Data Structures).</a:t>
            </a:r>
            <a:endParaRPr lang="en-PK" dirty="0"/>
          </a:p>
        </p:txBody>
      </p:sp>
    </p:spTree>
    <p:extLst>
      <p:ext uri="{BB962C8B-B14F-4D97-AF65-F5344CB8AC3E}">
        <p14:creationId xmlns:p14="http://schemas.microsoft.com/office/powerpoint/2010/main" val="38833178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98CCA-A531-258C-C753-A5C963664C92}"/>
              </a:ext>
            </a:extLst>
          </p:cNvPr>
          <p:cNvSpPr>
            <a:spLocks noGrp="1"/>
          </p:cNvSpPr>
          <p:nvPr>
            <p:ph type="title"/>
          </p:nvPr>
        </p:nvSpPr>
        <p:spPr>
          <a:xfrm>
            <a:off x="449318" y="186340"/>
            <a:ext cx="10515600" cy="833163"/>
          </a:xfrm>
        </p:spPr>
        <p:txBody>
          <a:bodyPr/>
          <a:lstStyle/>
          <a:p>
            <a:r>
              <a:rPr lang="en-US" dirty="0">
                <a:solidFill>
                  <a:schemeClr val="bg1"/>
                </a:solidFill>
              </a:rPr>
              <a:t>Course Learning Outcomes</a:t>
            </a:r>
          </a:p>
        </p:txBody>
      </p:sp>
      <p:pic>
        <p:nvPicPr>
          <p:cNvPr id="9" name="Picture 8">
            <a:extLst>
              <a:ext uri="{FF2B5EF4-FFF2-40B4-BE49-F238E27FC236}">
                <a16:creationId xmlns:a16="http://schemas.microsoft.com/office/drawing/2014/main" id="{F9974458-7487-F61C-10BA-5A77928112E5}"/>
              </a:ext>
            </a:extLst>
          </p:cNvPr>
          <p:cNvPicPr>
            <a:picLocks noChangeAspect="1"/>
          </p:cNvPicPr>
          <p:nvPr/>
        </p:nvPicPr>
        <p:blipFill>
          <a:blip r:embed="rId2"/>
          <a:stretch>
            <a:fillRect/>
          </a:stretch>
        </p:blipFill>
        <p:spPr>
          <a:xfrm>
            <a:off x="708890" y="1315615"/>
            <a:ext cx="10187473" cy="4539513"/>
          </a:xfrm>
          <a:prstGeom prst="rect">
            <a:avLst/>
          </a:prstGeom>
        </p:spPr>
      </p:pic>
    </p:spTree>
    <p:extLst>
      <p:ext uri="{BB962C8B-B14F-4D97-AF65-F5344CB8AC3E}">
        <p14:creationId xmlns:p14="http://schemas.microsoft.com/office/powerpoint/2010/main" val="20513137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FF8A-F9AE-FD33-EE1E-827781DA68FB}"/>
              </a:ext>
            </a:extLst>
          </p:cNvPr>
          <p:cNvSpPr>
            <a:spLocks noGrp="1"/>
          </p:cNvSpPr>
          <p:nvPr>
            <p:ph type="title"/>
          </p:nvPr>
        </p:nvSpPr>
        <p:spPr>
          <a:xfrm>
            <a:off x="348673" y="136524"/>
            <a:ext cx="10515600" cy="1325563"/>
          </a:xfrm>
        </p:spPr>
        <p:txBody>
          <a:bodyPr/>
          <a:lstStyle/>
          <a:p>
            <a:r>
              <a:rPr lang="en-US" dirty="0">
                <a:solidFill>
                  <a:schemeClr val="bg1"/>
                </a:solidFill>
              </a:rPr>
              <a:t>Marks Distribution (Tentative)</a:t>
            </a:r>
          </a:p>
        </p:txBody>
      </p:sp>
      <p:graphicFrame>
        <p:nvGraphicFramePr>
          <p:cNvPr id="5" name="Table 4">
            <a:extLst>
              <a:ext uri="{FF2B5EF4-FFF2-40B4-BE49-F238E27FC236}">
                <a16:creationId xmlns:a16="http://schemas.microsoft.com/office/drawing/2014/main" id="{65EA050A-7054-D8EC-E4EF-CFD80172641D}"/>
              </a:ext>
            </a:extLst>
          </p:cNvPr>
          <p:cNvGraphicFramePr>
            <a:graphicFrameLocks noGrp="1"/>
          </p:cNvGraphicFramePr>
          <p:nvPr>
            <p:extLst>
              <p:ext uri="{D42A27DB-BD31-4B8C-83A1-F6EECF244321}">
                <p14:modId xmlns:p14="http://schemas.microsoft.com/office/powerpoint/2010/main" val="2830091295"/>
              </p:ext>
            </p:extLst>
          </p:nvPr>
        </p:nvGraphicFramePr>
        <p:xfrm>
          <a:off x="1378858" y="1945640"/>
          <a:ext cx="8128000" cy="2595880"/>
        </p:xfrm>
        <a:graphic>
          <a:graphicData uri="http://schemas.openxmlformats.org/drawingml/2006/table">
            <a:tbl>
              <a:tblPr firstRow="1" bandRow="1">
                <a:tableStyleId>{5DA37D80-6434-44D0-A028-1B22A696006F}</a:tableStyleId>
              </a:tblPr>
              <a:tblGrid>
                <a:gridCol w="4064000">
                  <a:extLst>
                    <a:ext uri="{9D8B030D-6E8A-4147-A177-3AD203B41FA5}">
                      <a16:colId xmlns:a16="http://schemas.microsoft.com/office/drawing/2014/main" val="3650436212"/>
                    </a:ext>
                  </a:extLst>
                </a:gridCol>
                <a:gridCol w="4064000">
                  <a:extLst>
                    <a:ext uri="{9D8B030D-6E8A-4147-A177-3AD203B41FA5}">
                      <a16:colId xmlns:a16="http://schemas.microsoft.com/office/drawing/2014/main" val="1354732979"/>
                    </a:ext>
                  </a:extLst>
                </a:gridCol>
              </a:tblGrid>
              <a:tr h="370840">
                <a:tc>
                  <a:txBody>
                    <a:bodyPr/>
                    <a:lstStyle/>
                    <a:p>
                      <a:r>
                        <a:rPr lang="en-US" dirty="0"/>
                        <a:t>Component</a:t>
                      </a:r>
                      <a:endParaRPr lang="en-PK" dirty="0"/>
                    </a:p>
                  </a:txBody>
                  <a:tcPr/>
                </a:tc>
                <a:tc>
                  <a:txBody>
                    <a:bodyPr/>
                    <a:lstStyle/>
                    <a:p>
                      <a:r>
                        <a:rPr lang="en-US" dirty="0"/>
                        <a:t>Marks Distribution</a:t>
                      </a:r>
                      <a:endParaRPr lang="en-PK" dirty="0"/>
                    </a:p>
                  </a:txBody>
                  <a:tcPr/>
                </a:tc>
                <a:extLst>
                  <a:ext uri="{0D108BD9-81ED-4DB2-BD59-A6C34878D82A}">
                    <a16:rowId xmlns:a16="http://schemas.microsoft.com/office/drawing/2014/main" val="2823639888"/>
                  </a:ext>
                </a:extLst>
              </a:tr>
              <a:tr h="370840">
                <a:tc>
                  <a:txBody>
                    <a:bodyPr/>
                    <a:lstStyle/>
                    <a:p>
                      <a:r>
                        <a:rPr lang="en-US" dirty="0"/>
                        <a:t>Homework</a:t>
                      </a:r>
                      <a:endParaRPr lang="en-PK" dirty="0"/>
                    </a:p>
                  </a:txBody>
                  <a:tcPr/>
                </a:tc>
                <a:tc>
                  <a:txBody>
                    <a:bodyPr/>
                    <a:lstStyle/>
                    <a:p>
                      <a:r>
                        <a:rPr lang="en-US" dirty="0"/>
                        <a:t>10%</a:t>
                      </a:r>
                      <a:endParaRPr lang="en-PK" dirty="0"/>
                    </a:p>
                  </a:txBody>
                  <a:tcPr/>
                </a:tc>
                <a:extLst>
                  <a:ext uri="{0D108BD9-81ED-4DB2-BD59-A6C34878D82A}">
                    <a16:rowId xmlns:a16="http://schemas.microsoft.com/office/drawing/2014/main" val="3166913037"/>
                  </a:ext>
                </a:extLst>
              </a:tr>
              <a:tr h="370840">
                <a:tc>
                  <a:txBody>
                    <a:bodyPr/>
                    <a:lstStyle/>
                    <a:p>
                      <a:r>
                        <a:rPr lang="en-US" dirty="0"/>
                        <a:t>Quizzes </a:t>
                      </a:r>
                      <a:endParaRPr lang="en-PK" dirty="0"/>
                    </a:p>
                  </a:txBody>
                  <a:tcPr/>
                </a:tc>
                <a:tc>
                  <a:txBody>
                    <a:bodyPr/>
                    <a:lstStyle/>
                    <a:p>
                      <a:r>
                        <a:rPr lang="en-US" dirty="0"/>
                        <a:t>15%</a:t>
                      </a:r>
                      <a:endParaRPr lang="en-PK" dirty="0"/>
                    </a:p>
                  </a:txBody>
                  <a:tcPr/>
                </a:tc>
                <a:extLst>
                  <a:ext uri="{0D108BD9-81ED-4DB2-BD59-A6C34878D82A}">
                    <a16:rowId xmlns:a16="http://schemas.microsoft.com/office/drawing/2014/main" val="3424239575"/>
                  </a:ext>
                </a:extLst>
              </a:tr>
              <a:tr h="370840">
                <a:tc>
                  <a:txBody>
                    <a:bodyPr/>
                    <a:lstStyle/>
                    <a:p>
                      <a:r>
                        <a:rPr lang="en-US" dirty="0"/>
                        <a:t>Lab Assignments</a:t>
                      </a:r>
                      <a:endParaRPr lang="en-PK" dirty="0"/>
                    </a:p>
                  </a:txBody>
                  <a:tcPr/>
                </a:tc>
                <a:tc>
                  <a:txBody>
                    <a:bodyPr/>
                    <a:lstStyle/>
                    <a:p>
                      <a:r>
                        <a:rPr lang="en-US" dirty="0"/>
                        <a:t>10%</a:t>
                      </a:r>
                      <a:endParaRPr lang="en-PK" dirty="0"/>
                    </a:p>
                  </a:txBody>
                  <a:tcPr/>
                </a:tc>
                <a:extLst>
                  <a:ext uri="{0D108BD9-81ED-4DB2-BD59-A6C34878D82A}">
                    <a16:rowId xmlns:a16="http://schemas.microsoft.com/office/drawing/2014/main" val="593941701"/>
                  </a:ext>
                </a:extLst>
              </a:tr>
              <a:tr h="370840">
                <a:tc>
                  <a:txBody>
                    <a:bodyPr/>
                    <a:lstStyle/>
                    <a:p>
                      <a:r>
                        <a:rPr lang="en-US" dirty="0"/>
                        <a:t>Lab Exam </a:t>
                      </a:r>
                      <a:endParaRPr lang="en-PK" dirty="0"/>
                    </a:p>
                  </a:txBody>
                  <a:tcPr/>
                </a:tc>
                <a:tc>
                  <a:txBody>
                    <a:bodyPr/>
                    <a:lstStyle/>
                    <a:p>
                      <a:r>
                        <a:rPr lang="en-US" dirty="0"/>
                        <a:t>10%</a:t>
                      </a:r>
                      <a:endParaRPr lang="en-PK" dirty="0"/>
                    </a:p>
                  </a:txBody>
                  <a:tcPr/>
                </a:tc>
                <a:extLst>
                  <a:ext uri="{0D108BD9-81ED-4DB2-BD59-A6C34878D82A}">
                    <a16:rowId xmlns:a16="http://schemas.microsoft.com/office/drawing/2014/main" val="2836442349"/>
                  </a:ext>
                </a:extLst>
              </a:tr>
              <a:tr h="370840">
                <a:tc>
                  <a:txBody>
                    <a:bodyPr/>
                    <a:lstStyle/>
                    <a:p>
                      <a:r>
                        <a:rPr lang="en-US" dirty="0"/>
                        <a:t>Mid Term</a:t>
                      </a:r>
                      <a:endParaRPr lang="en-PK" dirty="0"/>
                    </a:p>
                  </a:txBody>
                  <a:tcPr/>
                </a:tc>
                <a:tc>
                  <a:txBody>
                    <a:bodyPr/>
                    <a:lstStyle/>
                    <a:p>
                      <a:r>
                        <a:rPr lang="en-US" dirty="0"/>
                        <a:t>20%</a:t>
                      </a:r>
                      <a:endParaRPr lang="en-PK" dirty="0"/>
                    </a:p>
                  </a:txBody>
                  <a:tcPr/>
                </a:tc>
                <a:extLst>
                  <a:ext uri="{0D108BD9-81ED-4DB2-BD59-A6C34878D82A}">
                    <a16:rowId xmlns:a16="http://schemas.microsoft.com/office/drawing/2014/main" val="957138187"/>
                  </a:ext>
                </a:extLst>
              </a:tr>
              <a:tr h="370840">
                <a:tc>
                  <a:txBody>
                    <a:bodyPr/>
                    <a:lstStyle/>
                    <a:p>
                      <a:r>
                        <a:rPr lang="en-US" dirty="0"/>
                        <a:t>Final </a:t>
                      </a:r>
                      <a:endParaRPr lang="en-PK" dirty="0"/>
                    </a:p>
                  </a:txBody>
                  <a:tcPr/>
                </a:tc>
                <a:tc>
                  <a:txBody>
                    <a:bodyPr/>
                    <a:lstStyle/>
                    <a:p>
                      <a:r>
                        <a:rPr lang="en-US" dirty="0"/>
                        <a:t>35%</a:t>
                      </a:r>
                      <a:endParaRPr lang="en-PK" dirty="0"/>
                    </a:p>
                  </a:txBody>
                  <a:tcPr/>
                </a:tc>
                <a:extLst>
                  <a:ext uri="{0D108BD9-81ED-4DB2-BD59-A6C34878D82A}">
                    <a16:rowId xmlns:a16="http://schemas.microsoft.com/office/drawing/2014/main" val="1857892335"/>
                  </a:ext>
                </a:extLst>
              </a:tr>
            </a:tbl>
          </a:graphicData>
        </a:graphic>
      </p:graphicFrame>
    </p:spTree>
    <p:extLst>
      <p:ext uri="{BB962C8B-B14F-4D97-AF65-F5344CB8AC3E}">
        <p14:creationId xmlns:p14="http://schemas.microsoft.com/office/powerpoint/2010/main" val="28955896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6839-D7AA-EFBB-6B1C-01EC9A0F4F5B}"/>
              </a:ext>
            </a:extLst>
          </p:cNvPr>
          <p:cNvSpPr>
            <a:spLocks noGrp="1"/>
          </p:cNvSpPr>
          <p:nvPr>
            <p:ph type="title"/>
          </p:nvPr>
        </p:nvSpPr>
        <p:spPr>
          <a:xfrm>
            <a:off x="330200" y="150669"/>
            <a:ext cx="10515600" cy="911514"/>
          </a:xfrm>
        </p:spPr>
        <p:txBody>
          <a:bodyPr/>
          <a:lstStyle/>
          <a:p>
            <a:r>
              <a:rPr lang="en-US" dirty="0">
                <a:solidFill>
                  <a:schemeClr val="bg1"/>
                </a:solidFill>
              </a:rPr>
              <a:t>Guidelines </a:t>
            </a:r>
          </a:p>
        </p:txBody>
      </p:sp>
      <p:pic>
        <p:nvPicPr>
          <p:cNvPr id="5" name="Picture 4">
            <a:extLst>
              <a:ext uri="{FF2B5EF4-FFF2-40B4-BE49-F238E27FC236}">
                <a16:creationId xmlns:a16="http://schemas.microsoft.com/office/drawing/2014/main" id="{2111F221-B826-920B-670C-F6CB5C43280F}"/>
              </a:ext>
            </a:extLst>
          </p:cNvPr>
          <p:cNvPicPr>
            <a:picLocks noChangeAspect="1"/>
          </p:cNvPicPr>
          <p:nvPr/>
        </p:nvPicPr>
        <p:blipFill>
          <a:blip r:embed="rId2"/>
          <a:stretch>
            <a:fillRect/>
          </a:stretch>
        </p:blipFill>
        <p:spPr>
          <a:xfrm>
            <a:off x="330200" y="1534592"/>
            <a:ext cx="11157607" cy="3742967"/>
          </a:xfrm>
          <a:prstGeom prst="rect">
            <a:avLst/>
          </a:prstGeom>
        </p:spPr>
      </p:pic>
      <p:cxnSp>
        <p:nvCxnSpPr>
          <p:cNvPr id="7" name="Straight Connector 6">
            <a:extLst>
              <a:ext uri="{FF2B5EF4-FFF2-40B4-BE49-F238E27FC236}">
                <a16:creationId xmlns:a16="http://schemas.microsoft.com/office/drawing/2014/main" id="{62265EC6-521F-23A7-795D-C13F99F8C11C}"/>
              </a:ext>
            </a:extLst>
          </p:cNvPr>
          <p:cNvCxnSpPr/>
          <p:nvPr/>
        </p:nvCxnSpPr>
        <p:spPr>
          <a:xfrm>
            <a:off x="1278294" y="2920482"/>
            <a:ext cx="6997959" cy="0"/>
          </a:xfrm>
          <a:prstGeom prst="line">
            <a:avLst/>
          </a:prstGeom>
          <a:ln/>
        </p:spPr>
        <p:style>
          <a:lnRef idx="3">
            <a:schemeClr val="dk1"/>
          </a:lnRef>
          <a:fillRef idx="0">
            <a:schemeClr val="dk1"/>
          </a:fillRef>
          <a:effectRef idx="2">
            <a:schemeClr val="dk1"/>
          </a:effectRef>
          <a:fontRef idx="minor">
            <a:schemeClr val="tx1"/>
          </a:fontRef>
        </p:style>
      </p:cxnSp>
      <p:sp>
        <p:nvSpPr>
          <p:cNvPr id="8" name="Rectangle 7">
            <a:extLst>
              <a:ext uri="{FF2B5EF4-FFF2-40B4-BE49-F238E27FC236}">
                <a16:creationId xmlns:a16="http://schemas.microsoft.com/office/drawing/2014/main" id="{348452CC-9749-1311-C1BA-154C9612D2CC}"/>
              </a:ext>
            </a:extLst>
          </p:cNvPr>
          <p:cNvSpPr/>
          <p:nvPr/>
        </p:nvSpPr>
        <p:spPr>
          <a:xfrm>
            <a:off x="838200" y="2771192"/>
            <a:ext cx="7652657" cy="223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6896002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1BEAE-B91E-2D2D-CC78-790A8186A806}"/>
              </a:ext>
            </a:extLst>
          </p:cNvPr>
          <p:cNvSpPr>
            <a:spLocks noGrp="1"/>
          </p:cNvSpPr>
          <p:nvPr>
            <p:ph type="title"/>
          </p:nvPr>
        </p:nvSpPr>
        <p:spPr>
          <a:xfrm>
            <a:off x="339436" y="136524"/>
            <a:ext cx="10515600" cy="1325563"/>
          </a:xfrm>
        </p:spPr>
        <p:txBody>
          <a:bodyPr/>
          <a:lstStyle/>
          <a:p>
            <a:r>
              <a:rPr lang="en-US" dirty="0">
                <a:solidFill>
                  <a:schemeClr val="bg1"/>
                </a:solidFill>
              </a:rPr>
              <a:t>Resources</a:t>
            </a:r>
          </a:p>
        </p:txBody>
      </p:sp>
      <p:sp>
        <p:nvSpPr>
          <p:cNvPr id="3" name="Content Placeholder 2">
            <a:extLst>
              <a:ext uri="{FF2B5EF4-FFF2-40B4-BE49-F238E27FC236}">
                <a16:creationId xmlns:a16="http://schemas.microsoft.com/office/drawing/2014/main" id="{157A93E5-3C5E-B58C-E642-E5148EEB3862}"/>
              </a:ext>
            </a:extLst>
          </p:cNvPr>
          <p:cNvSpPr>
            <a:spLocks noGrp="1"/>
          </p:cNvSpPr>
          <p:nvPr>
            <p:ph idx="1"/>
          </p:nvPr>
        </p:nvSpPr>
        <p:spPr>
          <a:xfrm>
            <a:off x="339436" y="1462087"/>
            <a:ext cx="10515600" cy="4351338"/>
          </a:xfrm>
        </p:spPr>
        <p:txBody>
          <a:bodyPr/>
          <a:lstStyle/>
          <a:p>
            <a:pPr lvl="1">
              <a:lnSpc>
                <a:spcPct val="115000"/>
              </a:lnSpc>
              <a:spcBef>
                <a:spcPts val="0"/>
              </a:spcBef>
              <a:spcAft>
                <a:spcPts val="1000"/>
              </a:spcAft>
              <a:buFont typeface="Wingdings" panose="05000000000000000000" pitchFamily="2" charset="2"/>
              <a:buChar char="q"/>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Introduction to C++ by George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Tselikis</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CRC Press, 2023.</a:t>
            </a:r>
          </a:p>
          <a:p>
            <a:pPr lvl="1">
              <a:lnSpc>
                <a:spcPct val="115000"/>
              </a:lnSpc>
              <a:spcBef>
                <a:spcPts val="0"/>
              </a:spcBef>
              <a:spcAft>
                <a:spcPts val="1000"/>
              </a:spcAft>
              <a:buFont typeface="Wingdings" panose="05000000000000000000" pitchFamily="2" charset="2"/>
              <a:buChar char="q"/>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Modern C++ for Absolute Beginners: A Friendly Introduction to the C++ Programming Language and C++11 to C++23 Standards by Slobodan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Dmitrovic</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Apress</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2nd Edition, 2023.</a:t>
            </a:r>
          </a:p>
          <a:p>
            <a:pPr lvl="1">
              <a:lnSpc>
                <a:spcPct val="115000"/>
              </a:lnSpc>
              <a:spcBef>
                <a:spcPts val="0"/>
              </a:spcBef>
              <a:spcAft>
                <a:spcPts val="1000"/>
              </a:spcAft>
              <a:buFont typeface="Wingdings" panose="05000000000000000000" pitchFamily="2" charset="2"/>
              <a:buChar char="q"/>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C++ Primer by Lippman, Lajoie, and Moo, 5th Edition, Addison-Wesley, 2012.</a:t>
            </a:r>
          </a:p>
          <a:p>
            <a:pPr lvl="1">
              <a:lnSpc>
                <a:spcPct val="115000"/>
              </a:lnSpc>
              <a:spcBef>
                <a:spcPts val="0"/>
              </a:spcBef>
              <a:spcAft>
                <a:spcPts val="1000"/>
              </a:spcAft>
              <a:buFont typeface="Wingdings" panose="05000000000000000000" pitchFamily="2" charset="2"/>
              <a:buChar char="q"/>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Tutorials: C++ Language at https://cplusplus.com/doc/tutorial/.</a:t>
            </a:r>
          </a:p>
        </p:txBody>
      </p:sp>
    </p:spTree>
    <p:extLst>
      <p:ext uri="{BB962C8B-B14F-4D97-AF65-F5344CB8AC3E}">
        <p14:creationId xmlns:p14="http://schemas.microsoft.com/office/powerpoint/2010/main" val="1593949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03A7E31-1A56-B293-F4C4-EF07EF8A0712}"/>
              </a:ext>
            </a:extLst>
          </p:cNvPr>
          <p:cNvSpPr>
            <a:spLocks noGrp="1"/>
          </p:cNvSpPr>
          <p:nvPr>
            <p:ph type="title"/>
          </p:nvPr>
        </p:nvSpPr>
        <p:spPr/>
        <p:txBody>
          <a:bodyPr/>
          <a:lstStyle/>
          <a:p>
            <a:r>
              <a:rPr lang="en-US" dirty="0"/>
              <a:t>Lecture 1 : Introduction to C++</a:t>
            </a:r>
          </a:p>
        </p:txBody>
      </p:sp>
    </p:spTree>
    <p:extLst>
      <p:ext uri="{BB962C8B-B14F-4D97-AF65-F5344CB8AC3E}">
        <p14:creationId xmlns:p14="http://schemas.microsoft.com/office/powerpoint/2010/main" val="24972786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8686413-8071-93B4-0ABA-949D304A852E}"/>
              </a:ext>
            </a:extLst>
          </p:cNvPr>
          <p:cNvSpPr>
            <a:spLocks noGrp="1" noChangeArrowheads="1"/>
          </p:cNvSpPr>
          <p:nvPr>
            <p:ph type="title"/>
          </p:nvPr>
        </p:nvSpPr>
        <p:spPr>
          <a:xfrm>
            <a:off x="1847850" y="434975"/>
            <a:ext cx="8458200" cy="762000"/>
          </a:xfrm>
        </p:spPr>
        <p:txBody>
          <a:bodyPr/>
          <a:lstStyle/>
          <a:p>
            <a:pPr eaLnBrk="1" hangingPunct="1"/>
            <a:r>
              <a:rPr lang="en-US" altLang="en-US" sz="4000" b="1" dirty="0">
                <a:solidFill>
                  <a:schemeClr val="bg1"/>
                </a:solidFill>
              </a:rPr>
              <a:t>What a computer program is?</a:t>
            </a:r>
            <a:endParaRPr lang="en-US" altLang="en-US" sz="4000" dirty="0">
              <a:solidFill>
                <a:schemeClr val="bg1"/>
              </a:solidFill>
            </a:endParaRPr>
          </a:p>
        </p:txBody>
      </p:sp>
      <p:sp>
        <p:nvSpPr>
          <p:cNvPr id="17413" name="Rectangle 3" descr="Rectangle: Click to edit Master text styles&#10;Second level&#10;Third level&#10;Fourth level&#10;Fifth level">
            <a:extLst>
              <a:ext uri="{FF2B5EF4-FFF2-40B4-BE49-F238E27FC236}">
                <a16:creationId xmlns:a16="http://schemas.microsoft.com/office/drawing/2014/main" id="{C5137E3E-4533-014E-2A56-0FD182EC9405}"/>
              </a:ext>
            </a:extLst>
          </p:cNvPr>
          <p:cNvSpPr>
            <a:spLocks noGrp="1" noChangeArrowheads="1"/>
          </p:cNvSpPr>
          <p:nvPr>
            <p:ph sz="quarter" idx="1"/>
          </p:nvPr>
        </p:nvSpPr>
        <p:spPr>
          <a:xfrm>
            <a:off x="2136775" y="1600200"/>
            <a:ext cx="8153400" cy="4495800"/>
          </a:xfrm>
        </p:spPr>
        <p:txBody>
          <a:bodyPr/>
          <a:lstStyle/>
          <a:p>
            <a:pPr eaLnBrk="1" hangingPunct="1">
              <a:lnSpc>
                <a:spcPct val="90000"/>
              </a:lnSpc>
            </a:pPr>
            <a:r>
              <a:rPr lang="en-US" altLang="en-US" sz="2800" dirty="0"/>
              <a:t>For a computer to be able to perform specific tasks (i.e. print what grade a student got on an exam), it must be given instructions to do the task.</a:t>
            </a:r>
          </a:p>
          <a:p>
            <a:pPr marL="0" indent="0" eaLnBrk="1" hangingPunct="1">
              <a:lnSpc>
                <a:spcPct val="90000"/>
              </a:lnSpc>
              <a:buNone/>
            </a:pPr>
            <a:endParaRPr lang="en-US" altLang="en-US" sz="2800" dirty="0"/>
          </a:p>
          <a:p>
            <a:pPr eaLnBrk="1" hangingPunct="1">
              <a:lnSpc>
                <a:spcPct val="90000"/>
              </a:lnSpc>
            </a:pPr>
            <a:r>
              <a:rPr lang="en-US" altLang="en-US" sz="2800" dirty="0"/>
              <a:t>The set of instructions that tells the computer to perform specific tasks is known as a </a:t>
            </a:r>
            <a:r>
              <a:rPr lang="en-US" altLang="en-US" sz="2800" i="1" dirty="0">
                <a:solidFill>
                  <a:schemeClr val="tx2"/>
                </a:solidFill>
              </a:rPr>
              <a:t>computer program</a:t>
            </a:r>
            <a:endParaRPr lang="en-US" altLang="en-US" sz="2800" dirty="0">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E940BF3-0249-353E-2A14-CD11709ED1BC}"/>
              </a:ext>
            </a:extLst>
          </p:cNvPr>
          <p:cNvSpPr>
            <a:spLocks noGrp="1" noChangeArrowheads="1"/>
          </p:cNvSpPr>
          <p:nvPr>
            <p:ph type="title"/>
          </p:nvPr>
        </p:nvSpPr>
        <p:spPr>
          <a:xfrm>
            <a:off x="2136775" y="228600"/>
            <a:ext cx="8153400" cy="990600"/>
          </a:xfrm>
        </p:spPr>
        <p:txBody>
          <a:bodyPr>
            <a:normAutofit fontScale="90000"/>
          </a:bodyPr>
          <a:lstStyle/>
          <a:p>
            <a:pPr marL="95250" indent="-12700">
              <a:defRPr/>
            </a:pPr>
            <a:r>
              <a:rPr lang="en-US" dirty="0">
                <a:solidFill>
                  <a:schemeClr val="bg1"/>
                </a:solidFill>
                <a:cs typeface="Times New Roman" pitchFamily="18" charset="0"/>
              </a:rPr>
              <a:t>	</a:t>
            </a:r>
            <a:r>
              <a:rPr lang="en-US" sz="3600" b="1" dirty="0">
                <a:solidFill>
                  <a:schemeClr val="bg1"/>
                </a:solidFill>
              </a:rPr>
              <a:t>Machine Languages, Assembly Languages and High-Level Languages</a:t>
            </a:r>
          </a:p>
        </p:txBody>
      </p:sp>
      <p:sp>
        <p:nvSpPr>
          <p:cNvPr id="31747" name="Rectangle 3">
            <a:extLst>
              <a:ext uri="{FF2B5EF4-FFF2-40B4-BE49-F238E27FC236}">
                <a16:creationId xmlns:a16="http://schemas.microsoft.com/office/drawing/2014/main" id="{FB6E118B-8166-74E7-1400-08CF9397D9F9}"/>
              </a:ext>
            </a:extLst>
          </p:cNvPr>
          <p:cNvSpPr>
            <a:spLocks noGrp="1" noChangeArrowheads="1"/>
          </p:cNvSpPr>
          <p:nvPr>
            <p:ph sz="quarter" idx="1"/>
          </p:nvPr>
        </p:nvSpPr>
        <p:spPr>
          <a:xfrm>
            <a:off x="2136775" y="1600200"/>
            <a:ext cx="8153400" cy="4495800"/>
          </a:xfrm>
        </p:spPr>
        <p:txBody>
          <a:bodyPr>
            <a:normAutofit/>
          </a:bodyPr>
          <a:lstStyle/>
          <a:p>
            <a:pPr marL="320040" indent="-320040">
              <a:buFont typeface="Wingdings"/>
              <a:buChar char=""/>
              <a:defRPr/>
            </a:pPr>
            <a:r>
              <a:rPr lang="en-US" dirty="0"/>
              <a:t>Machine language</a:t>
            </a:r>
          </a:p>
          <a:p>
            <a:pPr marL="640080" lvl="1" indent="-274320">
              <a:buFont typeface="Wingdings 2"/>
              <a:buChar char=""/>
              <a:defRPr/>
            </a:pPr>
            <a:r>
              <a:rPr lang="en-US" dirty="0"/>
              <a:t>“Natural language” of computer component</a:t>
            </a:r>
          </a:p>
          <a:p>
            <a:pPr marL="640080" lvl="1" indent="-274320">
              <a:buFont typeface="Wingdings 2"/>
              <a:buChar char=""/>
              <a:defRPr/>
            </a:pPr>
            <a:r>
              <a:rPr lang="en-US" dirty="0"/>
              <a:t>Machine dependent</a:t>
            </a:r>
          </a:p>
          <a:p>
            <a:pPr marL="320040" indent="-320040">
              <a:buFont typeface="Wingdings"/>
              <a:buChar char=""/>
              <a:defRPr/>
            </a:pPr>
            <a:r>
              <a:rPr lang="en-US" dirty="0"/>
              <a:t>Assembly language</a:t>
            </a:r>
          </a:p>
          <a:p>
            <a:pPr marL="640080" lvl="1" indent="-274320">
              <a:buFont typeface="Wingdings 2"/>
              <a:buChar char=""/>
              <a:defRPr/>
            </a:pPr>
            <a:r>
              <a:rPr lang="en-US" dirty="0"/>
              <a:t>English-like abbreviations represent computer operations</a:t>
            </a:r>
          </a:p>
          <a:p>
            <a:pPr marL="640080" lvl="1" indent="-274320">
              <a:buFont typeface="Wingdings 2"/>
              <a:buChar char=""/>
              <a:defRPr/>
            </a:pPr>
            <a:r>
              <a:rPr lang="en-US" dirty="0"/>
              <a:t>Translator programs convert to machine language</a:t>
            </a:r>
          </a:p>
          <a:p>
            <a:pPr marL="320040" indent="-320040">
              <a:buFont typeface="Wingdings"/>
              <a:buChar char=""/>
              <a:defRPr/>
            </a:pPr>
            <a:r>
              <a:rPr lang="en-US" dirty="0"/>
              <a:t>High-level language</a:t>
            </a:r>
          </a:p>
          <a:p>
            <a:pPr marL="640080" lvl="1" indent="-274320">
              <a:buFont typeface="Wingdings 2"/>
              <a:buChar char=""/>
              <a:defRPr/>
            </a:pPr>
            <a:r>
              <a:rPr lang="en-US" dirty="0"/>
              <a:t>Allows for writing more “English-like” instructions</a:t>
            </a:r>
          </a:p>
          <a:p>
            <a:pPr lvl="2">
              <a:buFont typeface="Wingdings"/>
              <a:buChar char=""/>
              <a:defRPr/>
            </a:pPr>
            <a:r>
              <a:rPr lang="en-US" dirty="0"/>
              <a:t>Contains commonly used mathematical operations</a:t>
            </a:r>
          </a:p>
          <a:p>
            <a:pPr marL="640080" lvl="1" indent="-274320">
              <a:buFont typeface="Wingdings 2"/>
              <a:buChar char=""/>
              <a:defRPr/>
            </a:pPr>
            <a:r>
              <a:rPr lang="en-US" dirty="0"/>
              <a:t>Compiler convert to machine language</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A073-A281-5580-BA74-69AAB65637C7}"/>
              </a:ext>
            </a:extLst>
          </p:cNvPr>
          <p:cNvSpPr>
            <a:spLocks noGrp="1"/>
          </p:cNvSpPr>
          <p:nvPr>
            <p:ph type="title"/>
          </p:nvPr>
        </p:nvSpPr>
        <p:spPr>
          <a:xfrm>
            <a:off x="2136775" y="228600"/>
            <a:ext cx="8153400" cy="990600"/>
          </a:xfrm>
        </p:spPr>
        <p:txBody>
          <a:bodyPr>
            <a:normAutofit/>
          </a:bodyPr>
          <a:lstStyle/>
          <a:p>
            <a:pPr>
              <a:defRPr/>
            </a:pPr>
            <a:r>
              <a:rPr lang="en-US" altLang="ar-SA" b="1" dirty="0">
                <a:solidFill>
                  <a:schemeClr val="bg1"/>
                </a:solidFill>
              </a:rPr>
              <a:t>An Overview Of Computer Languages</a:t>
            </a:r>
            <a:endParaRPr lang="en-US" dirty="0">
              <a:solidFill>
                <a:schemeClr val="bg1"/>
              </a:solidFill>
            </a:endParaRPr>
          </a:p>
        </p:txBody>
      </p:sp>
      <p:graphicFrame>
        <p:nvGraphicFramePr>
          <p:cNvPr id="6" name="Content Placeholder 5">
            <a:extLst>
              <a:ext uri="{FF2B5EF4-FFF2-40B4-BE49-F238E27FC236}">
                <a16:creationId xmlns:a16="http://schemas.microsoft.com/office/drawing/2014/main" id="{4D41DA82-880A-8DED-E8F0-4C8BD448E20E}"/>
              </a:ext>
            </a:extLst>
          </p:cNvPr>
          <p:cNvGraphicFramePr>
            <a:graphicFrameLocks noGrp="1"/>
          </p:cNvGraphicFramePr>
          <p:nvPr>
            <p:ph sz="quarter" idx="1"/>
            <p:extLst>
              <p:ext uri="{D42A27DB-BD31-4B8C-83A1-F6EECF244321}">
                <p14:modId xmlns:p14="http://schemas.microsoft.com/office/powerpoint/2010/main" val="2382941821"/>
              </p:ext>
            </p:extLst>
          </p:nvPr>
        </p:nvGraphicFramePr>
        <p:xfrm>
          <a:off x="2119312" y="1472402"/>
          <a:ext cx="8153400" cy="3845560"/>
        </p:xfrm>
        <a:graphic>
          <a:graphicData uri="http://schemas.openxmlformats.org/drawingml/2006/table">
            <a:tbl>
              <a:tblPr firstRow="1" bandRow="1">
                <a:tableStyleId>{0E3FDE45-AF77-4B5C-9715-49D594BDF05E}</a:tableStyleId>
              </a:tblPr>
              <a:tblGrid>
                <a:gridCol w="1654969">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2011809">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370840">
                <a:tc>
                  <a:txBody>
                    <a:bodyPr/>
                    <a:lstStyle/>
                    <a:p>
                      <a:endParaRPr lang="en-US" b="1" i="1" u="sng" dirty="0">
                        <a:solidFill>
                          <a:schemeClr val="tx1"/>
                        </a:solidFill>
                      </a:endParaRPr>
                    </a:p>
                  </a:txBody>
                  <a:tcPr/>
                </a:tc>
                <a:tc>
                  <a:txBody>
                    <a:bodyPr/>
                    <a:lstStyle/>
                    <a:p>
                      <a:r>
                        <a:rPr lang="en-US" b="1" u="sng" dirty="0">
                          <a:solidFill>
                            <a:schemeClr val="tx1"/>
                          </a:solidFill>
                        </a:rPr>
                        <a:t>1-Machine language</a:t>
                      </a:r>
                      <a:endParaRPr lang="en-US" b="1" i="1" u="sng" dirty="0">
                        <a:solidFill>
                          <a:schemeClr val="tx1"/>
                        </a:solidFill>
                      </a:endParaRPr>
                    </a:p>
                  </a:txBody>
                  <a:tcPr/>
                </a:tc>
                <a:tc>
                  <a:txBody>
                    <a:bodyPr/>
                    <a:lstStyle/>
                    <a:p>
                      <a:r>
                        <a:rPr lang="en-US" b="1" u="sng" dirty="0">
                          <a:solidFill>
                            <a:schemeClr val="tx1"/>
                          </a:solidFill>
                        </a:rPr>
                        <a:t>2-Assembly language</a:t>
                      </a:r>
                      <a:endParaRPr lang="en-US" b="1" i="1" u="sng" dirty="0">
                        <a:solidFill>
                          <a:schemeClr val="tx1"/>
                        </a:solidFill>
                      </a:endParaRPr>
                    </a:p>
                  </a:txBody>
                  <a:tcPr/>
                </a:tc>
                <a:tc>
                  <a:txBody>
                    <a:bodyPr/>
                    <a:lstStyle/>
                    <a:p>
                      <a:r>
                        <a:rPr lang="en-US" b="1" u="sng" dirty="0">
                          <a:solidFill>
                            <a:schemeClr val="tx1"/>
                          </a:solidFill>
                        </a:rPr>
                        <a:t>3-High-level language</a:t>
                      </a:r>
                      <a:endParaRPr lang="en-US" b="1" i="1" u="sng"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dirty="0">
                          <a:solidFill>
                            <a:schemeClr val="accent2">
                              <a:lumMod val="75000"/>
                            </a:schemeClr>
                          </a:solidFill>
                        </a:rPr>
                        <a:t>representation</a:t>
                      </a:r>
                    </a:p>
                  </a:txBody>
                  <a:tcPr/>
                </a:tc>
                <a:tc>
                  <a:txBody>
                    <a:bodyPr/>
                    <a:lstStyle/>
                    <a:p>
                      <a:r>
                        <a:rPr lang="en-US" altLang="ar-SA" sz="1600" dirty="0"/>
                        <a:t>Collection of binary	 numbers</a:t>
                      </a:r>
                      <a:endParaRPr lang="en-US" sz="1600" dirty="0"/>
                    </a:p>
                  </a:txBody>
                  <a:tcPr/>
                </a:tc>
                <a:tc>
                  <a:txBody>
                    <a:bodyPr/>
                    <a:lstStyle/>
                    <a:p>
                      <a:pPr algn="just">
                        <a:lnSpc>
                          <a:spcPct val="100000"/>
                        </a:lnSpc>
                      </a:pPr>
                      <a:r>
                        <a:rPr lang="en-US" altLang="ar-SA" sz="1600" dirty="0"/>
                        <a:t>Symbolic form of machine  language (I.e. symbolic names are used</a:t>
                      </a:r>
                      <a:r>
                        <a:rPr lang="en-US" altLang="ar-SA" sz="1600" baseline="0" dirty="0"/>
                        <a:t> </a:t>
                      </a:r>
                      <a:r>
                        <a:rPr lang="en-US" altLang="ar-SA" sz="1600" dirty="0"/>
                        <a:t>to represent</a:t>
                      </a:r>
                      <a:r>
                        <a:rPr lang="en-US" altLang="ar-SA" sz="1600" baseline="0" dirty="0"/>
                        <a:t> </a:t>
                      </a:r>
                      <a:r>
                        <a:rPr lang="en-US" altLang="ar-SA" sz="1600" dirty="0">
                          <a:solidFill>
                            <a:srgbClr val="1313FF"/>
                          </a:solidFill>
                        </a:rPr>
                        <a:t>operations</a:t>
                      </a:r>
                      <a:r>
                        <a:rPr lang="en-US" altLang="ar-SA" sz="1600" dirty="0"/>
                        <a:t>, </a:t>
                      </a:r>
                      <a:r>
                        <a:rPr lang="en-US" altLang="ar-SA" sz="1600" dirty="0">
                          <a:solidFill>
                            <a:srgbClr val="008000"/>
                          </a:solidFill>
                        </a:rPr>
                        <a:t>registers</a:t>
                      </a:r>
                      <a:r>
                        <a:rPr lang="en-US" altLang="ar-SA" sz="1600" dirty="0"/>
                        <a:t> &amp;</a:t>
                      </a:r>
                      <a:r>
                        <a:rPr lang="en-US" altLang="ar-SA" sz="1600" baseline="0" dirty="0"/>
                        <a:t> </a:t>
                      </a:r>
                      <a:r>
                        <a:rPr lang="en-US" altLang="ar-SA" sz="1600" dirty="0">
                          <a:solidFill>
                            <a:srgbClr val="FF3300"/>
                          </a:solidFill>
                        </a:rPr>
                        <a:t>memory locations)</a:t>
                      </a:r>
                      <a:endParaRPr lang="en-US" sz="1600" dirty="0"/>
                    </a:p>
                  </a:txBody>
                  <a:tcPr/>
                </a:tc>
                <a:tc>
                  <a:txBody>
                    <a:bodyPr/>
                    <a:lstStyle/>
                    <a:p>
                      <a:r>
                        <a:rPr lang="en-US" altLang="ar-SA" sz="1600" dirty="0"/>
                        <a:t>combines algebraic  expressions with symbols taken from  English language(e.g. Pascal, FORTRAN, …etc)</a:t>
                      </a:r>
                      <a:endParaRPr lang="en-US" sz="1600" dirty="0"/>
                    </a:p>
                  </a:txBody>
                  <a:tcPr/>
                </a:tc>
                <a:extLst>
                  <a:ext uri="{0D108BD9-81ED-4DB2-BD59-A6C34878D82A}">
                    <a16:rowId xmlns:a16="http://schemas.microsoft.com/office/drawing/2014/main" val="10001"/>
                  </a:ext>
                </a:extLst>
              </a:tr>
              <a:tr h="814432">
                <a:tc>
                  <a:txBody>
                    <a:bodyPr/>
                    <a:lstStyle/>
                    <a:p>
                      <a:r>
                        <a:rPr lang="en-US" dirty="0">
                          <a:solidFill>
                            <a:schemeClr val="accent2">
                              <a:lumMod val="75000"/>
                            </a:schemeClr>
                          </a:solidFill>
                        </a:rPr>
                        <a:t>examples</a:t>
                      </a:r>
                    </a:p>
                  </a:txBody>
                  <a:tcPr/>
                </a:tc>
                <a:tc>
                  <a:txBody>
                    <a:bodyPr/>
                    <a:lstStyle/>
                    <a:p>
                      <a:r>
                        <a:rPr lang="en-US" altLang="en-US" sz="1200" dirty="0"/>
                        <a:t>10100001 00000000 00000000	</a:t>
                      </a:r>
                      <a:endParaRPr lang="en-US" altLang="ar-SA" sz="1200" dirty="0"/>
                    </a:p>
                    <a:p>
                      <a:r>
                        <a:rPr lang="en-US" altLang="en-US" sz="1200" dirty="0"/>
                        <a:t>00000101 00000100 00000000	</a:t>
                      </a:r>
                      <a:endParaRPr lang="en-US" altLang="ar-SA" sz="1200" dirty="0"/>
                    </a:p>
                    <a:p>
                      <a:r>
                        <a:rPr lang="en-US" altLang="en-US" sz="1200" dirty="0"/>
                        <a:t>10100011 00000000 00000000</a:t>
                      </a:r>
                      <a:endParaRPr lang="en-US" sz="1200" dirty="0"/>
                    </a:p>
                  </a:txBody>
                  <a:tcPr/>
                </a:tc>
                <a:tc>
                  <a:txBody>
                    <a:bodyPr/>
                    <a:lstStyle/>
                    <a:p>
                      <a:r>
                        <a:rPr lang="en-US" altLang="ar-SA" sz="1800" dirty="0">
                          <a:solidFill>
                            <a:srgbClr val="1313FF"/>
                          </a:solidFill>
                        </a:rPr>
                        <a:t>MOV</a:t>
                      </a:r>
                      <a:r>
                        <a:rPr lang="en-US" altLang="ar-SA" sz="1800" dirty="0"/>
                        <a:t> </a:t>
                      </a:r>
                      <a:r>
                        <a:rPr lang="en-US" altLang="ar-SA" sz="1800" dirty="0">
                          <a:solidFill>
                            <a:srgbClr val="008000"/>
                          </a:solidFill>
                        </a:rPr>
                        <a:t>AX</a:t>
                      </a:r>
                      <a:r>
                        <a:rPr lang="en-US" altLang="ar-SA" sz="1800" dirty="0"/>
                        <a:t>,</a:t>
                      </a:r>
                      <a:r>
                        <a:rPr lang="en-US" altLang="ar-SA" sz="1800" dirty="0">
                          <a:solidFill>
                            <a:srgbClr val="FF3300"/>
                          </a:solidFill>
                        </a:rPr>
                        <a:t>A</a:t>
                      </a:r>
                      <a:endParaRPr lang="en-US" altLang="ar-SA" sz="1800" dirty="0"/>
                    </a:p>
                    <a:p>
                      <a:r>
                        <a:rPr lang="en-US" altLang="ar-SA" sz="1800" dirty="0">
                          <a:solidFill>
                            <a:srgbClr val="1313FF"/>
                          </a:solidFill>
                        </a:rPr>
                        <a:t>MOV A </a:t>
                      </a:r>
                      <a:r>
                        <a:rPr lang="en-US" altLang="ar-SA" sz="1800" dirty="0"/>
                        <a:t>,</a:t>
                      </a:r>
                      <a:r>
                        <a:rPr lang="en-US" altLang="ar-SA" sz="1800" dirty="0">
                          <a:solidFill>
                            <a:srgbClr val="008000"/>
                          </a:solidFill>
                        </a:rPr>
                        <a:t> AX</a:t>
                      </a:r>
                      <a:endParaRPr lang="en-US" altLang="ar-SA" sz="1800" dirty="0">
                        <a:solidFill>
                          <a:srgbClr val="FF3300"/>
                        </a:solidFill>
                      </a:endParaRPr>
                    </a:p>
                    <a:p>
                      <a:r>
                        <a:rPr lang="en-US" altLang="ar-SA" sz="1800" dirty="0">
                          <a:solidFill>
                            <a:srgbClr val="1313FF"/>
                          </a:solidFill>
                        </a:rPr>
                        <a:t>ADD</a:t>
                      </a:r>
                      <a:r>
                        <a:rPr lang="en-US" altLang="ar-SA" sz="1800" baseline="0" dirty="0">
                          <a:solidFill>
                            <a:srgbClr val="1313FF"/>
                          </a:solidFill>
                        </a:rPr>
                        <a:t> </a:t>
                      </a:r>
                      <a:r>
                        <a:rPr lang="en-US" altLang="ar-SA" sz="1800" dirty="0">
                          <a:solidFill>
                            <a:srgbClr val="008000"/>
                          </a:solidFill>
                        </a:rPr>
                        <a:t>AX</a:t>
                      </a:r>
                      <a:r>
                        <a:rPr lang="en-US" altLang="ar-SA" sz="1800" dirty="0"/>
                        <a:t>,	</a:t>
                      </a:r>
                      <a:endParaRPr lang="en-US" dirty="0"/>
                    </a:p>
                  </a:txBody>
                  <a:tcPr/>
                </a:tc>
                <a:tc>
                  <a:txBody>
                    <a:bodyPr/>
                    <a:lstStyle/>
                    <a:p>
                      <a:r>
                        <a:rPr lang="en-US" dirty="0"/>
                        <a:t>A=A+4 *c</a:t>
                      </a:r>
                    </a:p>
                  </a:txBody>
                  <a:tcPr/>
                </a:tc>
                <a:extLst>
                  <a:ext uri="{0D108BD9-81ED-4DB2-BD59-A6C34878D82A}">
                    <a16:rowId xmlns:a16="http://schemas.microsoft.com/office/drawing/2014/main" val="10002"/>
                  </a:ext>
                </a:extLst>
              </a:tr>
              <a:tr h="370840">
                <a:tc>
                  <a:txBody>
                    <a:bodyPr/>
                    <a:lstStyle/>
                    <a:p>
                      <a:r>
                        <a:rPr lang="en-US" sz="1800" dirty="0">
                          <a:solidFill>
                            <a:schemeClr val="accent2">
                              <a:lumMod val="75000"/>
                            </a:schemeClr>
                          </a:solidFill>
                        </a:rPr>
                        <a:t>how does the computer understand ?</a:t>
                      </a:r>
                      <a:endParaRPr lang="en-US" dirty="0">
                        <a:solidFill>
                          <a:schemeClr val="accent2">
                            <a:lumMod val="75000"/>
                          </a:schemeClr>
                        </a:solidFill>
                      </a:endParaRPr>
                    </a:p>
                  </a:txBody>
                  <a:tcPr/>
                </a:tc>
                <a:tc>
                  <a:txBody>
                    <a:bodyPr/>
                    <a:lstStyle/>
                    <a:p>
                      <a:pPr algn="just">
                        <a:lnSpc>
                          <a:spcPct val="104000"/>
                        </a:lnSpc>
                      </a:pPr>
                      <a:r>
                        <a:rPr lang="en-US" altLang="ar-SA" sz="1600" dirty="0"/>
                        <a:t>Directly understood by a computer	</a:t>
                      </a:r>
                      <a:endParaRPr lang="en-US" sz="1600" dirty="0"/>
                    </a:p>
                  </a:txBody>
                  <a:tcPr/>
                </a:tc>
                <a:tc>
                  <a:txBody>
                    <a:bodyPr/>
                    <a:lstStyle/>
                    <a:p>
                      <a:r>
                        <a:rPr lang="en-US" altLang="ar-SA" sz="1600" dirty="0"/>
                        <a:t>Assembler</a:t>
                      </a:r>
                      <a:r>
                        <a:rPr lang="en-US" altLang="ar-SA" sz="1600" dirty="0">
                          <a:sym typeface="Wingdings" pitchFamily="2" charset="2"/>
                        </a:rPr>
                        <a:t> convert to machine language </a:t>
                      </a:r>
                      <a:endParaRPr lang="en-US" sz="1600" dirty="0"/>
                    </a:p>
                  </a:txBody>
                  <a:tcPr/>
                </a:tc>
                <a:tc>
                  <a:txBody>
                    <a:bodyPr/>
                    <a:lstStyle/>
                    <a:p>
                      <a:r>
                        <a:rPr lang="en-US" sz="1600" dirty="0"/>
                        <a:t>Compiler or (</a:t>
                      </a:r>
                      <a:r>
                        <a:rPr lang="en-US" sz="1600" dirty="0" err="1"/>
                        <a:t>interpter</a:t>
                      </a:r>
                      <a:r>
                        <a:rPr lang="en-US" sz="1600" dirty="0"/>
                        <a:t> )</a:t>
                      </a:r>
                      <a:r>
                        <a:rPr lang="en-US" sz="1600" dirty="0">
                          <a:sym typeface="Wingdings" pitchFamily="2" charset="2"/>
                        </a:rPr>
                        <a:t></a:t>
                      </a:r>
                      <a:r>
                        <a:rPr lang="en-US" altLang="ar-SA" sz="1600" dirty="0">
                          <a:sym typeface="Wingdings" pitchFamily="2" charset="2"/>
                        </a:rPr>
                        <a:t>convert to machine language</a:t>
                      </a:r>
                      <a:endParaRPr lang="en-US" sz="1600" dirty="0"/>
                    </a:p>
                  </a:txBody>
                  <a:tcPr/>
                </a:tc>
                <a:extLst>
                  <a:ext uri="{0D108BD9-81ED-4DB2-BD59-A6C34878D82A}">
                    <a16:rowId xmlns:a16="http://schemas.microsoft.com/office/drawing/2014/main" val="10003"/>
                  </a:ext>
                </a:extLst>
              </a:tr>
            </a:tbl>
          </a:graphicData>
        </a:graphic>
      </p:graphicFrame>
      <p:grpSp>
        <p:nvGrpSpPr>
          <p:cNvPr id="3" name="Group 45">
            <a:extLst>
              <a:ext uri="{FF2B5EF4-FFF2-40B4-BE49-F238E27FC236}">
                <a16:creationId xmlns:a16="http://schemas.microsoft.com/office/drawing/2014/main" id="{C688E250-EBD8-2F11-5CD3-8F63C9299DEC}"/>
              </a:ext>
            </a:extLst>
          </p:cNvPr>
          <p:cNvGrpSpPr>
            <a:grpSpLocks/>
          </p:cNvGrpSpPr>
          <p:nvPr/>
        </p:nvGrpSpPr>
        <p:grpSpPr bwMode="auto">
          <a:xfrm>
            <a:off x="1919288" y="5283091"/>
            <a:ext cx="8382000" cy="381000"/>
            <a:chOff x="240" y="3360"/>
            <a:chExt cx="5280" cy="240"/>
          </a:xfrm>
        </p:grpSpPr>
        <p:sp>
          <p:nvSpPr>
            <p:cNvPr id="21540" name="Line 40">
              <a:extLst>
                <a:ext uri="{FF2B5EF4-FFF2-40B4-BE49-F238E27FC236}">
                  <a16:creationId xmlns:a16="http://schemas.microsoft.com/office/drawing/2014/main" id="{79FCAA07-93C5-6894-2697-A66D0BDA017B}"/>
                </a:ext>
              </a:extLst>
            </p:cNvPr>
            <p:cNvSpPr>
              <a:spLocks noChangeShapeType="1"/>
            </p:cNvSpPr>
            <p:nvPr/>
          </p:nvSpPr>
          <p:spPr bwMode="auto">
            <a:xfrm>
              <a:off x="240" y="3600"/>
              <a:ext cx="52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21541" name="Text Box 43">
              <a:extLst>
                <a:ext uri="{FF2B5EF4-FFF2-40B4-BE49-F238E27FC236}">
                  <a16:creationId xmlns:a16="http://schemas.microsoft.com/office/drawing/2014/main" id="{0E1BCBA7-571D-D639-BA6D-65425FA87D69}"/>
                </a:ext>
              </a:extLst>
            </p:cNvPr>
            <p:cNvSpPr txBox="1">
              <a:spLocks noChangeArrowheads="1"/>
            </p:cNvSpPr>
            <p:nvPr/>
          </p:nvSpPr>
          <p:spPr bwMode="auto">
            <a:xfrm>
              <a:off x="240" y="3360"/>
              <a:ext cx="5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ar-SA" sz="1800"/>
                <a:t>Easier to use</a:t>
              </a:r>
            </a:p>
          </p:txBody>
        </p:sp>
      </p:grpSp>
      <p:grpSp>
        <p:nvGrpSpPr>
          <p:cNvPr id="5" name="Group 46">
            <a:extLst>
              <a:ext uri="{FF2B5EF4-FFF2-40B4-BE49-F238E27FC236}">
                <a16:creationId xmlns:a16="http://schemas.microsoft.com/office/drawing/2014/main" id="{7880C139-E7E2-34E9-4AB3-AB34D133B44E}"/>
              </a:ext>
            </a:extLst>
          </p:cNvPr>
          <p:cNvGrpSpPr>
            <a:grpSpLocks/>
          </p:cNvGrpSpPr>
          <p:nvPr/>
        </p:nvGrpSpPr>
        <p:grpSpPr bwMode="auto">
          <a:xfrm>
            <a:off x="1919288" y="5826760"/>
            <a:ext cx="8382000" cy="366712"/>
            <a:chOff x="240" y="3696"/>
            <a:chExt cx="5280" cy="231"/>
          </a:xfrm>
        </p:grpSpPr>
        <p:sp>
          <p:nvSpPr>
            <p:cNvPr id="21538" name="Line 41">
              <a:extLst>
                <a:ext uri="{FF2B5EF4-FFF2-40B4-BE49-F238E27FC236}">
                  <a16:creationId xmlns:a16="http://schemas.microsoft.com/office/drawing/2014/main" id="{3FE41B1C-8F38-CC8E-0F07-73B7E2314B6F}"/>
                </a:ext>
              </a:extLst>
            </p:cNvPr>
            <p:cNvSpPr>
              <a:spLocks noChangeShapeType="1"/>
            </p:cNvSpPr>
            <p:nvPr/>
          </p:nvSpPr>
          <p:spPr bwMode="auto">
            <a:xfrm>
              <a:off x="240" y="3696"/>
              <a:ext cx="528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PK"/>
            </a:p>
          </p:txBody>
        </p:sp>
        <p:sp>
          <p:nvSpPr>
            <p:cNvPr id="21539" name="Text Box 44">
              <a:extLst>
                <a:ext uri="{FF2B5EF4-FFF2-40B4-BE49-F238E27FC236}">
                  <a16:creationId xmlns:a16="http://schemas.microsoft.com/office/drawing/2014/main" id="{E4E5A1EE-838C-FF46-81D4-03A2E1D0CF2C}"/>
                </a:ext>
              </a:extLst>
            </p:cNvPr>
            <p:cNvSpPr txBox="1">
              <a:spLocks noChangeArrowheads="1"/>
            </p:cNvSpPr>
            <p:nvPr/>
          </p:nvSpPr>
          <p:spPr bwMode="auto">
            <a:xfrm>
              <a:off x="240" y="3696"/>
              <a:ext cx="5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ar-SA" sz="1800"/>
                <a:t>More powerful</a:t>
              </a:r>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a:extLst>
              <a:ext uri="{FF2B5EF4-FFF2-40B4-BE49-F238E27FC236}">
                <a16:creationId xmlns:a16="http://schemas.microsoft.com/office/drawing/2014/main" id="{17F1B4CB-23BF-77AF-4964-579008F3193A}"/>
              </a:ext>
            </a:extLst>
          </p:cNvPr>
          <p:cNvSpPr>
            <a:spLocks noGrp="1" noChangeArrowheads="1"/>
          </p:cNvSpPr>
          <p:nvPr>
            <p:ph type="title"/>
          </p:nvPr>
        </p:nvSpPr>
        <p:spPr>
          <a:xfrm>
            <a:off x="2135188" y="188914"/>
            <a:ext cx="7772400" cy="708025"/>
          </a:xfrm>
        </p:spPr>
        <p:txBody>
          <a:bodyPr>
            <a:normAutofit/>
          </a:bodyPr>
          <a:lstStyle/>
          <a:p>
            <a:pPr>
              <a:defRPr/>
            </a:pPr>
            <a:r>
              <a:rPr lang="en-US" b="1" dirty="0">
                <a:solidFill>
                  <a:schemeClr val="bg1"/>
                </a:solidFill>
              </a:rPr>
              <a:t>Levels of Program Development</a:t>
            </a:r>
          </a:p>
        </p:txBody>
      </p:sp>
      <p:sp>
        <p:nvSpPr>
          <p:cNvPr id="23557" name="Rectangle 3" descr="Rectangle: Click to edit Master text styles&#10;Second level&#10;Third level&#10;Fourth level&#10;Fifth level">
            <a:extLst>
              <a:ext uri="{FF2B5EF4-FFF2-40B4-BE49-F238E27FC236}">
                <a16:creationId xmlns:a16="http://schemas.microsoft.com/office/drawing/2014/main" id="{D65CC5DF-8AFF-C1D7-48D2-35D658FD8821}"/>
              </a:ext>
            </a:extLst>
          </p:cNvPr>
          <p:cNvSpPr>
            <a:spLocks noGrp="1" noChangeArrowheads="1"/>
          </p:cNvSpPr>
          <p:nvPr>
            <p:ph sz="quarter" idx="1"/>
          </p:nvPr>
        </p:nvSpPr>
        <p:spPr>
          <a:xfrm>
            <a:off x="1752600" y="1905000"/>
            <a:ext cx="8686800" cy="2819400"/>
          </a:xfrm>
        </p:spPr>
        <p:txBody>
          <a:bodyPr/>
          <a:lstStyle/>
          <a:p>
            <a:pPr eaLnBrk="1" hangingPunct="1"/>
            <a:r>
              <a:rPr lang="en-US" altLang="en-US"/>
              <a:t> Human thought </a:t>
            </a:r>
            <a:endParaRPr lang="en-US" altLang="en-US">
              <a:sym typeface="Wingdings" panose="05000000000000000000" pitchFamily="2" charset="2"/>
            </a:endParaRPr>
          </a:p>
          <a:p>
            <a:pPr eaLnBrk="1" hangingPunct="1"/>
            <a:r>
              <a:rPr lang="en-US" altLang="en-US"/>
              <a:t> Pseudo-Natural Language (English, Arabic)</a:t>
            </a:r>
            <a:endParaRPr lang="en-US" altLang="en-US">
              <a:sym typeface="Wingdings" panose="05000000000000000000" pitchFamily="2" charset="2"/>
            </a:endParaRPr>
          </a:p>
          <a:p>
            <a:pPr eaLnBrk="1" hangingPunct="1"/>
            <a:r>
              <a:rPr lang="en-US" altLang="en-US"/>
              <a:t> High Level Programming Language </a:t>
            </a:r>
            <a:r>
              <a:rPr lang="en-US" altLang="en-US" sz="2800"/>
              <a:t>(C, C++, Java, …)</a:t>
            </a:r>
            <a:r>
              <a:rPr lang="en-US" altLang="en-US"/>
              <a:t> </a:t>
            </a:r>
            <a:endParaRPr lang="en-US" altLang="en-US">
              <a:sym typeface="Wingdings" panose="05000000000000000000" pitchFamily="2" charset="2"/>
            </a:endParaRPr>
          </a:p>
          <a:p>
            <a:pPr eaLnBrk="1" hangingPunct="1"/>
            <a:r>
              <a:rPr lang="en-US" altLang="en-US"/>
              <a:t> Machine Code	</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C4FAE2D-86F7-7BA4-B0D7-00BC2D9FB8DE}"/>
              </a:ext>
            </a:extLst>
          </p:cNvPr>
          <p:cNvSpPr>
            <a:spLocks noGrp="1" noChangeArrowheads="1"/>
          </p:cNvSpPr>
          <p:nvPr>
            <p:ph type="title"/>
          </p:nvPr>
        </p:nvSpPr>
        <p:spPr>
          <a:xfrm>
            <a:off x="1752600" y="228600"/>
            <a:ext cx="8458200" cy="838200"/>
          </a:xfrm>
        </p:spPr>
        <p:txBody>
          <a:bodyPr/>
          <a:lstStyle/>
          <a:p>
            <a:pPr eaLnBrk="1" hangingPunct="1"/>
            <a:r>
              <a:rPr lang="en-US" altLang="en-US" b="1" dirty="0">
                <a:solidFill>
                  <a:schemeClr val="bg1"/>
                </a:solidFill>
              </a:rPr>
              <a:t>The Programmer’s Algorithm</a:t>
            </a:r>
          </a:p>
        </p:txBody>
      </p:sp>
      <p:sp>
        <p:nvSpPr>
          <p:cNvPr id="25605" name="Rectangle 3" descr="Rectangle: Click to edit Master text styles&#10;Second level&#10;Third level&#10;Fourth level&#10;Fifth level">
            <a:extLst>
              <a:ext uri="{FF2B5EF4-FFF2-40B4-BE49-F238E27FC236}">
                <a16:creationId xmlns:a16="http://schemas.microsoft.com/office/drawing/2014/main" id="{FF5199ED-6043-8B63-52DC-B42E24FDEED5}"/>
              </a:ext>
            </a:extLst>
          </p:cNvPr>
          <p:cNvSpPr>
            <a:spLocks noGrp="1" noChangeArrowheads="1"/>
          </p:cNvSpPr>
          <p:nvPr>
            <p:ph sz="quarter" idx="1"/>
          </p:nvPr>
        </p:nvSpPr>
        <p:spPr>
          <a:xfrm>
            <a:off x="1992314" y="1557339"/>
            <a:ext cx="8351837" cy="4319587"/>
          </a:xfrm>
        </p:spPr>
        <p:txBody>
          <a:bodyPr/>
          <a:lstStyle/>
          <a:p>
            <a:pPr eaLnBrk="1" hangingPunct="1">
              <a:lnSpc>
                <a:spcPct val="90000"/>
              </a:lnSpc>
            </a:pPr>
            <a:r>
              <a:rPr lang="en-US" altLang="en-US" b="1"/>
              <a:t>An algorithm </a:t>
            </a:r>
            <a:r>
              <a:rPr lang="en-US" altLang="en-US"/>
              <a:t>is a finite sequence of instructions that produces a solution to a problem.</a:t>
            </a:r>
          </a:p>
          <a:p>
            <a:pPr lvl="4" eaLnBrk="1" hangingPunct="1">
              <a:lnSpc>
                <a:spcPct val="90000"/>
              </a:lnSpc>
            </a:pPr>
            <a:endParaRPr lang="en-US" altLang="en-US"/>
          </a:p>
          <a:p>
            <a:pPr eaLnBrk="1" hangingPunct="1">
              <a:lnSpc>
                <a:spcPct val="90000"/>
              </a:lnSpc>
            </a:pPr>
            <a:r>
              <a:rPr lang="en-US" altLang="en-US" b="1"/>
              <a:t>The programmer’s algorithm:</a:t>
            </a:r>
          </a:p>
          <a:p>
            <a:pPr lvl="1" eaLnBrk="1" hangingPunct="1">
              <a:lnSpc>
                <a:spcPct val="90000"/>
              </a:lnSpc>
            </a:pPr>
            <a:r>
              <a:rPr lang="en-US" altLang="en-US"/>
              <a:t>Define the problem.</a:t>
            </a:r>
          </a:p>
          <a:p>
            <a:pPr lvl="1" eaLnBrk="1" hangingPunct="1">
              <a:lnSpc>
                <a:spcPct val="90000"/>
              </a:lnSpc>
            </a:pPr>
            <a:r>
              <a:rPr lang="en-US" altLang="en-US"/>
              <a:t>Plan the problem solution.</a:t>
            </a:r>
          </a:p>
          <a:p>
            <a:pPr lvl="1" eaLnBrk="1" hangingPunct="1">
              <a:lnSpc>
                <a:spcPct val="90000"/>
              </a:lnSpc>
            </a:pPr>
            <a:r>
              <a:rPr lang="en-US" altLang="en-US"/>
              <a:t>Code the program.</a:t>
            </a:r>
          </a:p>
          <a:p>
            <a:pPr lvl="1" eaLnBrk="1" hangingPunct="1">
              <a:lnSpc>
                <a:spcPct val="90000"/>
              </a:lnSpc>
            </a:pPr>
            <a:r>
              <a:rPr lang="en-US" altLang="en-US"/>
              <a:t>Compile the program.</a:t>
            </a:r>
          </a:p>
          <a:p>
            <a:pPr lvl="1" eaLnBrk="1" hangingPunct="1">
              <a:lnSpc>
                <a:spcPct val="90000"/>
              </a:lnSpc>
            </a:pPr>
            <a:r>
              <a:rPr lang="en-US" altLang="en-US"/>
              <a:t>Run the program.</a:t>
            </a:r>
          </a:p>
          <a:p>
            <a:pPr lvl="1" eaLnBrk="1" hangingPunct="1">
              <a:lnSpc>
                <a:spcPct val="90000"/>
              </a:lnSpc>
            </a:pPr>
            <a:r>
              <a:rPr lang="en-US" altLang="en-US"/>
              <a:t>Test and debug the program.</a:t>
            </a:r>
          </a:p>
          <a:p>
            <a:pPr eaLnBrk="1" hangingPunct="1">
              <a:lnSpc>
                <a:spcPct val="90000"/>
              </a:lnSpc>
            </a:pPr>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FC82A047-10D5-D182-0705-275873DDE48F}"/>
              </a:ext>
            </a:extLst>
          </p:cNvPr>
          <p:cNvSpPr>
            <a:spLocks noGrp="1" noChangeArrowheads="1"/>
          </p:cNvSpPr>
          <p:nvPr>
            <p:ph type="title"/>
          </p:nvPr>
        </p:nvSpPr>
        <p:spPr>
          <a:xfrm>
            <a:off x="1992313" y="354013"/>
            <a:ext cx="6870700" cy="914400"/>
          </a:xfrm>
        </p:spPr>
        <p:txBody>
          <a:bodyPr/>
          <a:lstStyle/>
          <a:p>
            <a:pPr eaLnBrk="1" hangingPunct="1"/>
            <a:r>
              <a:rPr lang="en-US" altLang="en-US" b="1" dirty="0">
                <a:solidFill>
                  <a:schemeClr val="bg1"/>
                </a:solidFill>
              </a:rPr>
              <a:t>1-Defining the Problem</a:t>
            </a:r>
          </a:p>
        </p:txBody>
      </p:sp>
      <p:sp>
        <p:nvSpPr>
          <p:cNvPr id="27652" name="Rectangle 3" descr="Rectangle: Click to edit Master text styles&#10;Second level&#10;Third level&#10;Fourth level&#10;Fifth level">
            <a:extLst>
              <a:ext uri="{FF2B5EF4-FFF2-40B4-BE49-F238E27FC236}">
                <a16:creationId xmlns:a16="http://schemas.microsoft.com/office/drawing/2014/main" id="{0BF81360-CAB4-83DF-710E-501FB635CE9D}"/>
              </a:ext>
            </a:extLst>
          </p:cNvPr>
          <p:cNvSpPr>
            <a:spLocks noGrp="1" noChangeArrowheads="1"/>
          </p:cNvSpPr>
          <p:nvPr>
            <p:ph type="body" idx="1"/>
          </p:nvPr>
        </p:nvSpPr>
        <p:spPr>
          <a:xfrm>
            <a:off x="1774825" y="1484313"/>
            <a:ext cx="9144000" cy="3657600"/>
          </a:xfrm>
        </p:spPr>
        <p:txBody>
          <a:bodyPr/>
          <a:lstStyle/>
          <a:p>
            <a:pPr eaLnBrk="1" hangingPunct="1"/>
            <a:r>
              <a:rPr lang="en-US" altLang="en-US" sz="2800"/>
              <a:t>The problem must be defined in terms of:</a:t>
            </a:r>
          </a:p>
          <a:p>
            <a:pPr lvl="1" eaLnBrk="1" hangingPunct="1"/>
            <a:r>
              <a:rPr lang="en-US" altLang="en-US" sz="2400" b="1"/>
              <a:t>Input</a:t>
            </a:r>
            <a:r>
              <a:rPr lang="en-US" altLang="en-US" sz="2400"/>
              <a:t>: Data to be processed. </a:t>
            </a:r>
          </a:p>
          <a:p>
            <a:pPr lvl="1" eaLnBrk="1" hangingPunct="1"/>
            <a:r>
              <a:rPr lang="en-US" altLang="en-US" sz="2400" b="1"/>
              <a:t>Output</a:t>
            </a:r>
            <a:r>
              <a:rPr lang="en-US" altLang="en-US" sz="2400"/>
              <a:t>: The expected result.</a:t>
            </a:r>
          </a:p>
          <a:p>
            <a:pPr lvl="2" eaLnBrk="1" hangingPunct="1"/>
            <a:r>
              <a:rPr lang="en-US" altLang="en-US" sz="2000"/>
              <a:t>Look for nouns in the problem statement that suggest output and input.</a:t>
            </a:r>
          </a:p>
          <a:p>
            <a:pPr lvl="1" eaLnBrk="1" hangingPunct="1"/>
            <a:r>
              <a:rPr lang="en-US" altLang="en-US" sz="2400"/>
              <a:t>and </a:t>
            </a:r>
            <a:r>
              <a:rPr lang="en-US" altLang="en-US" sz="2400" b="1"/>
              <a:t>processing</a:t>
            </a:r>
            <a:r>
              <a:rPr lang="en-US" altLang="en-US" sz="2400"/>
              <a:t>: The statements to achieve. </a:t>
            </a:r>
          </a:p>
          <a:p>
            <a:pPr lvl="2" eaLnBrk="1" hangingPunct="1"/>
            <a:r>
              <a:rPr lang="en-US" altLang="en-US" sz="2000"/>
              <a:t>Look for verbs to suggest processing steps.</a:t>
            </a:r>
          </a:p>
          <a:p>
            <a:pPr eaLnBrk="1" hangingPunct="1"/>
            <a:endParaRPr lang="en-US" altLang="en-US" sz="2800"/>
          </a:p>
          <a:p>
            <a:pPr eaLnBrk="1" hangingPunct="1"/>
            <a:endParaRPr lang="en-US" altLang="en-US" sz="2800"/>
          </a:p>
        </p:txBody>
      </p:sp>
      <p:grpSp>
        <p:nvGrpSpPr>
          <p:cNvPr id="27653" name="Group 4">
            <a:extLst>
              <a:ext uri="{FF2B5EF4-FFF2-40B4-BE49-F238E27FC236}">
                <a16:creationId xmlns:a16="http://schemas.microsoft.com/office/drawing/2014/main" id="{A9F55D6F-A75C-A02A-34BF-6894E9405CC0}"/>
              </a:ext>
            </a:extLst>
          </p:cNvPr>
          <p:cNvGrpSpPr>
            <a:grpSpLocks/>
          </p:cNvGrpSpPr>
          <p:nvPr/>
        </p:nvGrpSpPr>
        <p:grpSpPr bwMode="auto">
          <a:xfrm>
            <a:off x="2314338" y="4032380"/>
            <a:ext cx="7563324" cy="2065338"/>
            <a:chOff x="244" y="1718"/>
            <a:chExt cx="5295" cy="1446"/>
          </a:xfrm>
        </p:grpSpPr>
        <p:sp>
          <p:nvSpPr>
            <p:cNvPr id="27657" name="Oval 5">
              <a:extLst>
                <a:ext uri="{FF2B5EF4-FFF2-40B4-BE49-F238E27FC236}">
                  <a16:creationId xmlns:a16="http://schemas.microsoft.com/office/drawing/2014/main" id="{BE9C9429-ADE1-3F60-1196-A5C7C178AC31}"/>
                </a:ext>
              </a:extLst>
            </p:cNvPr>
            <p:cNvSpPr>
              <a:spLocks noChangeArrowheads="1"/>
            </p:cNvSpPr>
            <p:nvPr/>
          </p:nvSpPr>
          <p:spPr bwMode="auto">
            <a:xfrm>
              <a:off x="2260" y="1732"/>
              <a:ext cx="1192" cy="1432"/>
            </a:xfrm>
            <a:prstGeom prst="ellipse">
              <a:avLst/>
            </a:prstGeom>
            <a:solidFill>
              <a:srgbClr val="C0FEF9"/>
            </a:solidFill>
            <a:ln w="12700">
              <a:solidFill>
                <a:schemeClr val="tx1"/>
              </a:solidFill>
              <a:round/>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p>
          </p:txBody>
        </p:sp>
        <p:sp>
          <p:nvSpPr>
            <p:cNvPr id="27658" name="Rectangle 6">
              <a:extLst>
                <a:ext uri="{FF2B5EF4-FFF2-40B4-BE49-F238E27FC236}">
                  <a16:creationId xmlns:a16="http://schemas.microsoft.com/office/drawing/2014/main" id="{DD3F1B5E-3735-92B4-8F76-288DE0472494}"/>
                </a:ext>
              </a:extLst>
            </p:cNvPr>
            <p:cNvSpPr>
              <a:spLocks noChangeArrowheads="1"/>
            </p:cNvSpPr>
            <p:nvPr/>
          </p:nvSpPr>
          <p:spPr bwMode="auto">
            <a:xfrm>
              <a:off x="244" y="2116"/>
              <a:ext cx="1192" cy="472"/>
            </a:xfrm>
            <a:prstGeom prst="rect">
              <a:avLst/>
            </a:prstGeom>
            <a:solidFill>
              <a:srgbClr val="FFFFFF"/>
            </a:solidFill>
            <a:ln w="12700">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p>
          </p:txBody>
        </p:sp>
        <p:sp>
          <p:nvSpPr>
            <p:cNvPr id="27659" name="Rectangle 7">
              <a:extLst>
                <a:ext uri="{FF2B5EF4-FFF2-40B4-BE49-F238E27FC236}">
                  <a16:creationId xmlns:a16="http://schemas.microsoft.com/office/drawing/2014/main" id="{4EE62EAC-327C-55B8-9C34-2C3653568FB6}"/>
                </a:ext>
              </a:extLst>
            </p:cNvPr>
            <p:cNvSpPr>
              <a:spLocks noChangeArrowheads="1"/>
            </p:cNvSpPr>
            <p:nvPr/>
          </p:nvSpPr>
          <p:spPr bwMode="auto">
            <a:xfrm>
              <a:off x="326" y="2246"/>
              <a:ext cx="1122"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spcBef>
                  <a:spcPct val="0"/>
                </a:spcBef>
                <a:buClrTx/>
                <a:buSzTx/>
                <a:buFontTx/>
                <a:buNone/>
              </a:pPr>
              <a:r>
                <a:rPr lang="en-US" altLang="en-US" sz="2400" b="1">
                  <a:latin typeface="Arial" panose="020B0604020202020204" pitchFamily="34" charset="0"/>
                </a:rPr>
                <a:t>Keyboard</a:t>
              </a:r>
            </a:p>
          </p:txBody>
        </p:sp>
        <p:sp>
          <p:nvSpPr>
            <p:cNvPr id="27660" name="Rectangle 8">
              <a:extLst>
                <a:ext uri="{FF2B5EF4-FFF2-40B4-BE49-F238E27FC236}">
                  <a16:creationId xmlns:a16="http://schemas.microsoft.com/office/drawing/2014/main" id="{F6B82CA1-445C-6974-F4FD-1E0216B9FE0F}"/>
                </a:ext>
              </a:extLst>
            </p:cNvPr>
            <p:cNvSpPr>
              <a:spLocks noChangeArrowheads="1"/>
            </p:cNvSpPr>
            <p:nvPr/>
          </p:nvSpPr>
          <p:spPr bwMode="auto">
            <a:xfrm>
              <a:off x="4324" y="2068"/>
              <a:ext cx="1096" cy="904"/>
            </a:xfrm>
            <a:prstGeom prst="rect">
              <a:avLst/>
            </a:prstGeom>
            <a:solidFill>
              <a:srgbClr val="FFCC66"/>
            </a:solidFill>
            <a:ln w="12700">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p>
          </p:txBody>
        </p:sp>
        <p:sp>
          <p:nvSpPr>
            <p:cNvPr id="27661" name="Rectangle 9">
              <a:extLst>
                <a:ext uri="{FF2B5EF4-FFF2-40B4-BE49-F238E27FC236}">
                  <a16:creationId xmlns:a16="http://schemas.microsoft.com/office/drawing/2014/main" id="{F769F64B-BF98-C329-C789-B8A02FA5E7DD}"/>
                </a:ext>
              </a:extLst>
            </p:cNvPr>
            <p:cNvSpPr>
              <a:spLocks noChangeArrowheads="1"/>
            </p:cNvSpPr>
            <p:nvPr/>
          </p:nvSpPr>
          <p:spPr bwMode="auto">
            <a:xfrm>
              <a:off x="4454" y="2246"/>
              <a:ext cx="84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spcBef>
                  <a:spcPct val="0"/>
                </a:spcBef>
                <a:buClrTx/>
                <a:buSzTx/>
                <a:buFontTx/>
                <a:buNone/>
              </a:pPr>
              <a:r>
                <a:rPr lang="en-US" altLang="en-US" sz="2400" b="1">
                  <a:latin typeface="Arial" panose="020B0604020202020204" pitchFamily="34" charset="0"/>
                </a:rPr>
                <a:t>Screen</a:t>
              </a:r>
            </a:p>
          </p:txBody>
        </p:sp>
        <p:sp>
          <p:nvSpPr>
            <p:cNvPr id="27662" name="Rectangle 10">
              <a:extLst>
                <a:ext uri="{FF2B5EF4-FFF2-40B4-BE49-F238E27FC236}">
                  <a16:creationId xmlns:a16="http://schemas.microsoft.com/office/drawing/2014/main" id="{081AA9C3-CA64-05F2-4527-0CE46BCEAE1F}"/>
                </a:ext>
              </a:extLst>
            </p:cNvPr>
            <p:cNvSpPr>
              <a:spLocks noChangeArrowheads="1"/>
            </p:cNvSpPr>
            <p:nvPr/>
          </p:nvSpPr>
          <p:spPr bwMode="auto">
            <a:xfrm>
              <a:off x="2190" y="2210"/>
              <a:ext cx="1289"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a:spcBef>
                  <a:spcPct val="0"/>
                </a:spcBef>
                <a:buClrTx/>
                <a:buSzTx/>
                <a:buFontTx/>
                <a:buNone/>
              </a:pPr>
              <a:r>
                <a:rPr lang="en-US" altLang="en-US" sz="2400" b="1" i="1">
                  <a:latin typeface="Arial" panose="020B0604020202020204" pitchFamily="34" charset="0"/>
                </a:rPr>
                <a:t>Processing</a:t>
              </a:r>
            </a:p>
          </p:txBody>
        </p:sp>
        <p:sp>
          <p:nvSpPr>
            <p:cNvPr id="27663" name="Rectangle 11">
              <a:extLst>
                <a:ext uri="{FF2B5EF4-FFF2-40B4-BE49-F238E27FC236}">
                  <a16:creationId xmlns:a16="http://schemas.microsoft.com/office/drawing/2014/main" id="{CCCF7859-8618-1B2E-8119-243BBD05C3D5}"/>
                </a:ext>
              </a:extLst>
            </p:cNvPr>
            <p:cNvSpPr>
              <a:spLocks noChangeArrowheads="1"/>
            </p:cNvSpPr>
            <p:nvPr/>
          </p:nvSpPr>
          <p:spPr bwMode="auto">
            <a:xfrm>
              <a:off x="326" y="1766"/>
              <a:ext cx="11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spcBef>
                  <a:spcPct val="0"/>
                </a:spcBef>
                <a:buClrTx/>
                <a:buSzTx/>
                <a:buFontTx/>
                <a:buNone/>
              </a:pPr>
              <a:r>
                <a:rPr lang="en-US" altLang="en-US" sz="2400" b="1" i="1">
                  <a:latin typeface="Arial" panose="020B0604020202020204" pitchFamily="34" charset="0"/>
                </a:rPr>
                <a:t>input data</a:t>
              </a:r>
            </a:p>
          </p:txBody>
        </p:sp>
        <p:sp>
          <p:nvSpPr>
            <p:cNvPr id="27664" name="Rectangle 12">
              <a:extLst>
                <a:ext uri="{FF2B5EF4-FFF2-40B4-BE49-F238E27FC236}">
                  <a16:creationId xmlns:a16="http://schemas.microsoft.com/office/drawing/2014/main" id="{BFC66A98-5835-7E7C-8ED8-FC935CBF32F5}"/>
                </a:ext>
              </a:extLst>
            </p:cNvPr>
            <p:cNvSpPr>
              <a:spLocks noChangeArrowheads="1"/>
            </p:cNvSpPr>
            <p:nvPr/>
          </p:nvSpPr>
          <p:spPr bwMode="auto">
            <a:xfrm>
              <a:off x="4239" y="1718"/>
              <a:ext cx="130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a:spcBef>
                  <a:spcPct val="0"/>
                </a:spcBef>
                <a:buClrTx/>
                <a:buSzTx/>
                <a:buFontTx/>
                <a:buNone/>
              </a:pPr>
              <a:r>
                <a:rPr lang="en-US" altLang="en-US" sz="2400" b="1" i="1" dirty="0">
                  <a:latin typeface="Arial" panose="020B0604020202020204" pitchFamily="34" charset="0"/>
                </a:rPr>
                <a:t>output data</a:t>
              </a:r>
            </a:p>
          </p:txBody>
        </p:sp>
        <p:grpSp>
          <p:nvGrpSpPr>
            <p:cNvPr id="27665" name="Group 13">
              <a:extLst>
                <a:ext uri="{FF2B5EF4-FFF2-40B4-BE49-F238E27FC236}">
                  <a16:creationId xmlns:a16="http://schemas.microsoft.com/office/drawing/2014/main" id="{7C513721-5944-07FD-7731-21A10037067B}"/>
                </a:ext>
              </a:extLst>
            </p:cNvPr>
            <p:cNvGrpSpPr>
              <a:grpSpLocks/>
            </p:cNvGrpSpPr>
            <p:nvPr/>
          </p:nvGrpSpPr>
          <p:grpSpPr bwMode="auto">
            <a:xfrm>
              <a:off x="1569" y="2171"/>
              <a:ext cx="2604" cy="408"/>
              <a:chOff x="1569" y="2171"/>
              <a:chExt cx="2604" cy="408"/>
            </a:xfrm>
          </p:grpSpPr>
          <p:sp>
            <p:nvSpPr>
              <p:cNvPr id="45070" name="AutoShape 14">
                <a:extLst>
                  <a:ext uri="{FF2B5EF4-FFF2-40B4-BE49-F238E27FC236}">
                    <a16:creationId xmlns:a16="http://schemas.microsoft.com/office/drawing/2014/main" id="{129A68CA-07CB-845D-26D3-531F21DED335}"/>
                  </a:ext>
                </a:extLst>
              </p:cNvPr>
              <p:cNvSpPr>
                <a:spLocks noChangeArrowheads="1"/>
              </p:cNvSpPr>
              <p:nvPr/>
            </p:nvSpPr>
            <p:spPr bwMode="auto">
              <a:xfrm>
                <a:off x="3585" y="2171"/>
                <a:ext cx="588" cy="408"/>
              </a:xfrm>
              <a:prstGeom prst="rightArrow">
                <a:avLst>
                  <a:gd name="adj1" fmla="val 50000"/>
                  <a:gd name="adj2" fmla="val 72079"/>
                </a:avLst>
              </a:prstGeom>
              <a:solidFill>
                <a:srgbClr val="CC9900"/>
              </a:solidFill>
              <a:ln w="12700">
                <a:solidFill>
                  <a:schemeClr val="tx1"/>
                </a:solidFill>
                <a:miter lim="800000"/>
                <a:headEnd/>
                <a:tailEnd/>
              </a:ln>
              <a:effectLst>
                <a:outerShdw dist="53882" dir="2700000" algn="ctr" rotWithShape="0">
                  <a:schemeClr val="bg2">
                    <a:alpha val="50000"/>
                  </a:schemeClr>
                </a:outerShdw>
              </a:effectLst>
            </p:spPr>
            <p:txBody>
              <a:bodyPr wrap="none" anchor="ctr"/>
              <a:lstStyle/>
              <a:p>
                <a:pPr>
                  <a:defRPr/>
                </a:pPr>
                <a:endParaRPr lang="en-US"/>
              </a:p>
            </p:txBody>
          </p:sp>
          <p:sp>
            <p:nvSpPr>
              <p:cNvPr id="45071" name="AutoShape 15">
                <a:extLst>
                  <a:ext uri="{FF2B5EF4-FFF2-40B4-BE49-F238E27FC236}">
                    <a16:creationId xmlns:a16="http://schemas.microsoft.com/office/drawing/2014/main" id="{44BF68FC-9344-46A2-6183-CEFE2C65843C}"/>
                  </a:ext>
                </a:extLst>
              </p:cNvPr>
              <p:cNvSpPr>
                <a:spLocks noChangeArrowheads="1"/>
              </p:cNvSpPr>
              <p:nvPr/>
            </p:nvSpPr>
            <p:spPr bwMode="auto">
              <a:xfrm>
                <a:off x="1569" y="2171"/>
                <a:ext cx="588" cy="408"/>
              </a:xfrm>
              <a:prstGeom prst="rightArrow">
                <a:avLst>
                  <a:gd name="adj1" fmla="val 50000"/>
                  <a:gd name="adj2" fmla="val 72079"/>
                </a:avLst>
              </a:prstGeom>
              <a:solidFill>
                <a:srgbClr val="CC9900"/>
              </a:solidFill>
              <a:ln w="12700">
                <a:solidFill>
                  <a:schemeClr val="tx1"/>
                </a:solidFill>
                <a:miter lim="800000"/>
                <a:headEnd/>
                <a:tailEnd/>
              </a:ln>
              <a:effectLst>
                <a:outerShdw dist="53882" dir="2700000" algn="ctr" rotWithShape="0">
                  <a:schemeClr val="bg2">
                    <a:alpha val="50000"/>
                  </a:schemeClr>
                </a:outerShdw>
              </a:effectLst>
            </p:spPr>
            <p:txBody>
              <a:bodyPr wrap="none" anchor="ctr"/>
              <a:lstStyle/>
              <a:p>
                <a:pPr>
                  <a:defRPr/>
                </a:pPr>
                <a:endParaRPr lang="en-US"/>
              </a:p>
            </p:txBody>
          </p:sp>
        </p:grpSp>
      </p:grpSp>
      <mc:AlternateContent xmlns:mc="http://schemas.openxmlformats.org/markup-compatibility/2006" xmlns:p14="http://schemas.microsoft.com/office/powerpoint/2010/main">
        <mc:Choice Requires="p14">
          <p:contentPart p14:bwMode="auto" r:id="rId3">
            <p14:nvContentPartPr>
              <p14:cNvPr id="2050" name="Ink 16">
                <a:extLst>
                  <a:ext uri="{FF2B5EF4-FFF2-40B4-BE49-F238E27FC236}">
                    <a16:creationId xmlns:a16="http://schemas.microsoft.com/office/drawing/2014/main" id="{55A79D4D-729A-48D7-220E-8D610DD7EE28}"/>
                  </a:ext>
                </a:extLst>
              </p14:cNvPr>
              <p14:cNvContentPartPr>
                <a14:cpLocks xmlns:a14="http://schemas.microsoft.com/office/drawing/2010/main" noRot="1" noChangeAspect="1" noEditPoints="1" noChangeArrowheads="1" noChangeShapeType="1"/>
              </p14:cNvContentPartPr>
              <p14:nvPr/>
            </p14:nvContentPartPr>
            <p14:xfrm>
              <a:off x="2495551" y="2276475"/>
              <a:ext cx="942975" cy="26988"/>
            </p14:xfrm>
          </p:contentPart>
        </mc:Choice>
        <mc:Fallback xmlns="">
          <p:pic>
            <p:nvPicPr>
              <p:cNvPr id="2050" name="Ink 16">
                <a:extLst>
                  <a:ext uri="{FF2B5EF4-FFF2-40B4-BE49-F238E27FC236}">
                    <a16:creationId xmlns:a16="http://schemas.microsoft.com/office/drawing/2014/main" id="{55A79D4D-729A-48D7-220E-8D610DD7EE28}"/>
                  </a:ext>
                </a:extLst>
              </p:cNvPr>
              <p:cNvPicPr>
                <a:picLocks noRot="1" noChangeAspect="1" noEditPoints="1" noChangeArrowheads="1" noChangeShapeType="1"/>
              </p:cNvPicPr>
              <p:nvPr/>
            </p:nvPicPr>
            <p:blipFill>
              <a:blip r:embed="rId4"/>
              <a:stretch>
                <a:fillRect/>
              </a:stretch>
            </p:blipFill>
            <p:spPr>
              <a:xfrm>
                <a:off x="2467107" y="2162406"/>
                <a:ext cx="999863" cy="25512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51" name="Ink 17">
                <a:extLst>
                  <a:ext uri="{FF2B5EF4-FFF2-40B4-BE49-F238E27FC236}">
                    <a16:creationId xmlns:a16="http://schemas.microsoft.com/office/drawing/2014/main" id="{C89CA489-824D-9947-AF72-BEB867CC211B}"/>
                  </a:ext>
                </a:extLst>
              </p14:cNvPr>
              <p14:cNvContentPartPr>
                <a14:cpLocks xmlns:a14="http://schemas.microsoft.com/office/drawing/2010/main" noRot="1" noChangeAspect="1" noEditPoints="1" noChangeArrowheads="1" noChangeShapeType="1"/>
              </p14:cNvContentPartPr>
              <p14:nvPr/>
            </p14:nvContentPartPr>
            <p14:xfrm>
              <a:off x="2495550" y="2708276"/>
              <a:ext cx="1022350" cy="22225"/>
            </p14:xfrm>
          </p:contentPart>
        </mc:Choice>
        <mc:Fallback xmlns="">
          <p:pic>
            <p:nvPicPr>
              <p:cNvPr id="2051" name="Ink 17">
                <a:extLst>
                  <a:ext uri="{FF2B5EF4-FFF2-40B4-BE49-F238E27FC236}">
                    <a16:creationId xmlns:a16="http://schemas.microsoft.com/office/drawing/2014/main" id="{C89CA489-824D-9947-AF72-BEB867CC211B}"/>
                  </a:ext>
                </a:extLst>
              </p:cNvPr>
              <p:cNvPicPr>
                <a:picLocks noRot="1" noChangeAspect="1" noEditPoints="1" noChangeArrowheads="1" noChangeShapeType="1"/>
              </p:cNvPicPr>
              <p:nvPr/>
            </p:nvPicPr>
            <p:blipFill>
              <a:blip r:embed="rId6"/>
              <a:stretch>
                <a:fillRect/>
              </a:stretch>
            </p:blipFill>
            <p:spPr>
              <a:xfrm>
                <a:off x="2467131" y="2594642"/>
                <a:ext cx="1079187" cy="24949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52" name="Ink 18">
                <a:extLst>
                  <a:ext uri="{FF2B5EF4-FFF2-40B4-BE49-F238E27FC236}">
                    <a16:creationId xmlns:a16="http://schemas.microsoft.com/office/drawing/2014/main" id="{51A4409E-F20A-03C0-1B9F-6F5FFF7E837E}"/>
                  </a:ext>
                </a:extLst>
              </p14:cNvPr>
              <p14:cNvContentPartPr>
                <a14:cpLocks xmlns:a14="http://schemas.microsoft.com/office/drawing/2010/main" noRot="1" noChangeAspect="1" noEditPoints="1" noChangeArrowheads="1" noChangeShapeType="1"/>
              </p14:cNvContentPartPr>
              <p14:nvPr/>
            </p14:nvContentPartPr>
            <p14:xfrm>
              <a:off x="2927351" y="3500438"/>
              <a:ext cx="1598613" cy="23812"/>
            </p14:xfrm>
          </p:contentPart>
        </mc:Choice>
        <mc:Fallback xmlns="">
          <p:pic>
            <p:nvPicPr>
              <p:cNvPr id="2052" name="Ink 18">
                <a:extLst>
                  <a:ext uri="{FF2B5EF4-FFF2-40B4-BE49-F238E27FC236}">
                    <a16:creationId xmlns:a16="http://schemas.microsoft.com/office/drawing/2014/main" id="{51A4409E-F20A-03C0-1B9F-6F5FFF7E837E}"/>
                  </a:ext>
                </a:extLst>
              </p:cNvPr>
              <p:cNvPicPr>
                <a:picLocks noRot="1" noChangeAspect="1" noEditPoints="1" noChangeArrowheads="1" noChangeShapeType="1"/>
              </p:cNvPicPr>
              <p:nvPr/>
            </p:nvPicPr>
            <p:blipFill>
              <a:blip r:embed="rId8"/>
              <a:stretch>
                <a:fillRect/>
              </a:stretch>
            </p:blipFill>
            <p:spPr>
              <a:xfrm>
                <a:off x="2898920" y="3387775"/>
                <a:ext cx="1655475" cy="249137"/>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a:extLst>
              <a:ext uri="{FF2B5EF4-FFF2-40B4-BE49-F238E27FC236}">
                <a16:creationId xmlns:a16="http://schemas.microsoft.com/office/drawing/2014/main" id="{E7F25461-9ABF-5CA6-DFAC-956BF2312440}"/>
              </a:ext>
            </a:extLst>
          </p:cNvPr>
          <p:cNvSpPr>
            <a:spLocks noGrp="1" noChangeArrowheads="1"/>
          </p:cNvSpPr>
          <p:nvPr>
            <p:ph type="title"/>
          </p:nvPr>
        </p:nvSpPr>
        <p:spPr>
          <a:xfrm>
            <a:off x="1524000" y="152400"/>
            <a:ext cx="9144000" cy="990600"/>
          </a:xfrm>
        </p:spPr>
        <p:txBody>
          <a:bodyPr/>
          <a:lstStyle/>
          <a:p>
            <a:pPr eaLnBrk="1" hangingPunct="1"/>
            <a:r>
              <a:rPr lang="en-US" altLang="en-US" b="1" dirty="0">
                <a:solidFill>
                  <a:schemeClr val="bg1"/>
                </a:solidFill>
              </a:rPr>
              <a:t>Input and Output</a:t>
            </a:r>
          </a:p>
        </p:txBody>
      </p:sp>
      <p:sp>
        <p:nvSpPr>
          <p:cNvPr id="29702" name="Rectangle 3" descr="Rectangle: Click to edit Master text styles&#10;Second level&#10;Third level&#10;Fourth level&#10;Fifth level">
            <a:extLst>
              <a:ext uri="{FF2B5EF4-FFF2-40B4-BE49-F238E27FC236}">
                <a16:creationId xmlns:a16="http://schemas.microsoft.com/office/drawing/2014/main" id="{59344485-D626-3025-24BB-3C1451E29702}"/>
              </a:ext>
            </a:extLst>
          </p:cNvPr>
          <p:cNvSpPr>
            <a:spLocks noGrp="1" noChangeArrowheads="1"/>
          </p:cNvSpPr>
          <p:nvPr>
            <p:ph type="body" idx="1"/>
          </p:nvPr>
        </p:nvSpPr>
        <p:spPr>
          <a:xfrm>
            <a:off x="2286000" y="1524000"/>
            <a:ext cx="7696200" cy="4114800"/>
          </a:xfrm>
        </p:spPr>
        <p:txBody>
          <a:bodyPr/>
          <a:lstStyle/>
          <a:p>
            <a:pPr eaLnBrk="1" hangingPunct="1">
              <a:lnSpc>
                <a:spcPct val="90000"/>
              </a:lnSpc>
            </a:pPr>
            <a:r>
              <a:rPr lang="en-US" altLang="en-US" sz="2800" b="1"/>
              <a:t>Inputs</a:t>
            </a:r>
          </a:p>
          <a:p>
            <a:pPr lvl="1" eaLnBrk="1" hangingPunct="1">
              <a:lnSpc>
                <a:spcPct val="90000"/>
              </a:lnSpc>
            </a:pPr>
            <a:r>
              <a:rPr lang="en-US" altLang="en-US" sz="2400"/>
              <a:t>Can come from many sources, such as users, files, and other programs</a:t>
            </a:r>
          </a:p>
          <a:p>
            <a:pPr lvl="1" eaLnBrk="1" hangingPunct="1">
              <a:lnSpc>
                <a:spcPct val="90000"/>
              </a:lnSpc>
            </a:pPr>
            <a:r>
              <a:rPr lang="en-US" altLang="en-US" sz="2400"/>
              <a:t>Can take on many forms, such as text, graphics, and sound</a:t>
            </a:r>
          </a:p>
          <a:p>
            <a:pPr lvl="4" eaLnBrk="1" hangingPunct="1">
              <a:lnSpc>
                <a:spcPct val="90000"/>
              </a:lnSpc>
            </a:pPr>
            <a:endParaRPr lang="en-US" altLang="en-US" sz="1800"/>
          </a:p>
          <a:p>
            <a:pPr eaLnBrk="1" hangingPunct="1">
              <a:lnSpc>
                <a:spcPct val="90000"/>
              </a:lnSpc>
            </a:pPr>
            <a:r>
              <a:rPr lang="en-US" altLang="en-US" sz="2800" b="1"/>
              <a:t>Outputs</a:t>
            </a:r>
          </a:p>
          <a:p>
            <a:pPr lvl="1" eaLnBrk="1" hangingPunct="1">
              <a:lnSpc>
                <a:spcPct val="90000"/>
              </a:lnSpc>
            </a:pPr>
            <a:r>
              <a:rPr lang="en-US" altLang="en-US" sz="2400"/>
              <a:t>Can also take on many forms, such as numbers, text, graphics, sounds, or commands to other programs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a:extLst>
              <a:ext uri="{FF2B5EF4-FFF2-40B4-BE49-F238E27FC236}">
                <a16:creationId xmlns:a16="http://schemas.microsoft.com/office/drawing/2014/main" id="{5CF8A357-0330-D7E6-2DBF-D4680205246D}"/>
              </a:ext>
            </a:extLst>
          </p:cNvPr>
          <p:cNvSpPr>
            <a:spLocks noGrp="1" noChangeArrowheads="1"/>
          </p:cNvSpPr>
          <p:nvPr>
            <p:ph type="title"/>
          </p:nvPr>
        </p:nvSpPr>
        <p:spPr>
          <a:xfrm>
            <a:off x="1524000" y="-228600"/>
            <a:ext cx="9144000" cy="1600200"/>
          </a:xfrm>
        </p:spPr>
        <p:txBody>
          <a:bodyPr/>
          <a:lstStyle/>
          <a:p>
            <a:pPr eaLnBrk="1" hangingPunct="1"/>
            <a:r>
              <a:rPr lang="en-US" altLang="en-US" sz="4000" b="1" dirty="0">
                <a:solidFill>
                  <a:schemeClr val="bg1"/>
                </a:solidFill>
              </a:rPr>
              <a:t>Example 1</a:t>
            </a:r>
            <a:br>
              <a:rPr lang="en-US" altLang="en-US" sz="4000" b="1" dirty="0">
                <a:solidFill>
                  <a:schemeClr val="bg1"/>
                </a:solidFill>
              </a:rPr>
            </a:br>
            <a:r>
              <a:rPr lang="en-US" altLang="en-US" sz="4000" b="1" dirty="0">
                <a:solidFill>
                  <a:schemeClr val="bg1"/>
                </a:solidFill>
              </a:rPr>
              <a:t>Area and Perimeter of a rectangle</a:t>
            </a:r>
          </a:p>
        </p:txBody>
      </p:sp>
      <p:sp>
        <p:nvSpPr>
          <p:cNvPr id="31750" name="Rectangle 3" descr="Rectangle: Click to edit Master text styles&#10;Second level&#10;Third level&#10;Fourth level&#10;Fifth level">
            <a:extLst>
              <a:ext uri="{FF2B5EF4-FFF2-40B4-BE49-F238E27FC236}">
                <a16:creationId xmlns:a16="http://schemas.microsoft.com/office/drawing/2014/main" id="{69E7ABE7-3D8C-5FE6-9F96-2D0A8827B9E4}"/>
              </a:ext>
            </a:extLst>
          </p:cNvPr>
          <p:cNvSpPr>
            <a:spLocks noGrp="1" noChangeArrowheads="1"/>
          </p:cNvSpPr>
          <p:nvPr>
            <p:ph type="body" idx="1"/>
          </p:nvPr>
        </p:nvSpPr>
        <p:spPr>
          <a:xfrm>
            <a:off x="2286000" y="1981200"/>
            <a:ext cx="7772400" cy="4495800"/>
          </a:xfrm>
        </p:spPr>
        <p:txBody>
          <a:bodyPr/>
          <a:lstStyle/>
          <a:p>
            <a:pPr eaLnBrk="1" hangingPunct="1">
              <a:lnSpc>
                <a:spcPct val="90000"/>
              </a:lnSpc>
            </a:pPr>
            <a:r>
              <a:rPr lang="en-US" altLang="en-US" sz="2400" b="1"/>
              <a:t>Input</a:t>
            </a:r>
            <a:r>
              <a:rPr lang="en-US" altLang="en-US" sz="2400"/>
              <a:t> </a:t>
            </a:r>
          </a:p>
          <a:p>
            <a:pPr lvl="1" eaLnBrk="1" hangingPunct="1">
              <a:lnSpc>
                <a:spcPct val="90000"/>
              </a:lnSpc>
            </a:pPr>
            <a:r>
              <a:rPr lang="en-US" altLang="en-US" sz="2400"/>
              <a:t>Length</a:t>
            </a:r>
          </a:p>
          <a:p>
            <a:pPr lvl="1" eaLnBrk="1" hangingPunct="1">
              <a:lnSpc>
                <a:spcPct val="90000"/>
              </a:lnSpc>
            </a:pPr>
            <a:r>
              <a:rPr lang="en-US" altLang="en-US" sz="2400"/>
              <a:t>width</a:t>
            </a:r>
          </a:p>
          <a:p>
            <a:pPr eaLnBrk="1" hangingPunct="1">
              <a:lnSpc>
                <a:spcPct val="90000"/>
              </a:lnSpc>
            </a:pPr>
            <a:r>
              <a:rPr lang="en-US" altLang="en-US" sz="2400" b="1"/>
              <a:t>Processing</a:t>
            </a:r>
          </a:p>
          <a:p>
            <a:pPr lvl="1" eaLnBrk="1" hangingPunct="1">
              <a:lnSpc>
                <a:spcPct val="90000"/>
              </a:lnSpc>
            </a:pPr>
            <a:r>
              <a:rPr lang="en-US" altLang="en-US" sz="2400"/>
              <a:t>Area = length*width    </a:t>
            </a:r>
          </a:p>
          <a:p>
            <a:pPr lvl="1" eaLnBrk="1" hangingPunct="1">
              <a:lnSpc>
                <a:spcPct val="90000"/>
              </a:lnSpc>
            </a:pPr>
            <a:r>
              <a:rPr lang="en-US" altLang="en-US" sz="2400"/>
              <a:t>Perimeter = 2*( length + width)</a:t>
            </a:r>
          </a:p>
          <a:p>
            <a:pPr eaLnBrk="1" hangingPunct="1">
              <a:lnSpc>
                <a:spcPct val="90000"/>
              </a:lnSpc>
            </a:pPr>
            <a:r>
              <a:rPr lang="en-US" altLang="en-US" sz="2400" b="1"/>
              <a:t>Output</a:t>
            </a:r>
          </a:p>
          <a:p>
            <a:pPr lvl="1" eaLnBrk="1" hangingPunct="1">
              <a:lnSpc>
                <a:spcPct val="90000"/>
              </a:lnSpc>
            </a:pPr>
            <a:r>
              <a:rPr lang="en-US" altLang="en-US" sz="2400"/>
              <a:t>Area </a:t>
            </a:r>
          </a:p>
          <a:p>
            <a:pPr lvl="1" eaLnBrk="1" hangingPunct="1">
              <a:lnSpc>
                <a:spcPct val="90000"/>
              </a:lnSpc>
            </a:pPr>
            <a:r>
              <a:rPr lang="en-US" altLang="en-US" sz="2400"/>
              <a:t>Perimeter</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a:extLst>
              <a:ext uri="{FF2B5EF4-FFF2-40B4-BE49-F238E27FC236}">
                <a16:creationId xmlns:a16="http://schemas.microsoft.com/office/drawing/2014/main" id="{3800CE24-56CC-915A-E2EB-91F5C455BB5C}"/>
              </a:ext>
            </a:extLst>
          </p:cNvPr>
          <p:cNvSpPr>
            <a:spLocks noGrp="1" noChangeArrowheads="1"/>
          </p:cNvSpPr>
          <p:nvPr>
            <p:ph type="title"/>
          </p:nvPr>
        </p:nvSpPr>
        <p:spPr>
          <a:xfrm>
            <a:off x="1524000" y="-228600"/>
            <a:ext cx="9144000" cy="1600200"/>
          </a:xfrm>
        </p:spPr>
        <p:txBody>
          <a:bodyPr/>
          <a:lstStyle/>
          <a:p>
            <a:pPr eaLnBrk="1" hangingPunct="1"/>
            <a:r>
              <a:rPr lang="en-US" altLang="en-US" sz="4000" b="1" dirty="0">
                <a:solidFill>
                  <a:schemeClr val="bg1"/>
                </a:solidFill>
              </a:rPr>
              <a:t>Example 2</a:t>
            </a:r>
            <a:br>
              <a:rPr lang="en-US" altLang="en-US" sz="4000" b="1" dirty="0">
                <a:solidFill>
                  <a:schemeClr val="bg1"/>
                </a:solidFill>
              </a:rPr>
            </a:br>
            <a:r>
              <a:rPr lang="en-US" altLang="en-US" sz="4000" b="1" dirty="0">
                <a:solidFill>
                  <a:schemeClr val="bg1"/>
                </a:solidFill>
              </a:rPr>
              <a:t>Sum and Average of 5 numbers</a:t>
            </a:r>
          </a:p>
        </p:txBody>
      </p:sp>
      <p:sp>
        <p:nvSpPr>
          <p:cNvPr id="33798" name="Rectangle 3" descr="Rectangle: Click to edit Master text styles&#10;Second level&#10;Third level&#10;Fourth level&#10;Fifth level">
            <a:extLst>
              <a:ext uri="{FF2B5EF4-FFF2-40B4-BE49-F238E27FC236}">
                <a16:creationId xmlns:a16="http://schemas.microsoft.com/office/drawing/2014/main" id="{B70B7DE4-20B2-BF19-BF56-3E0CFC1B2CB9}"/>
              </a:ext>
            </a:extLst>
          </p:cNvPr>
          <p:cNvSpPr>
            <a:spLocks noGrp="1" noChangeArrowheads="1"/>
          </p:cNvSpPr>
          <p:nvPr>
            <p:ph type="body" idx="1"/>
          </p:nvPr>
        </p:nvSpPr>
        <p:spPr>
          <a:xfrm>
            <a:off x="2136775" y="1600200"/>
            <a:ext cx="8153400" cy="4495800"/>
          </a:xfrm>
        </p:spPr>
        <p:txBody>
          <a:bodyPr/>
          <a:lstStyle/>
          <a:p>
            <a:pPr eaLnBrk="1" hangingPunct="1">
              <a:lnSpc>
                <a:spcPct val="90000"/>
              </a:lnSpc>
            </a:pPr>
            <a:r>
              <a:rPr lang="en-US" altLang="en-US" sz="2400" b="1"/>
              <a:t>Input</a:t>
            </a:r>
          </a:p>
          <a:p>
            <a:pPr lvl="1" eaLnBrk="1" hangingPunct="1">
              <a:lnSpc>
                <a:spcPct val="90000"/>
              </a:lnSpc>
            </a:pPr>
            <a:r>
              <a:rPr lang="en-US" altLang="en-US" sz="2400"/>
              <a:t>five number x1, x2, x3, x4, x5</a:t>
            </a:r>
          </a:p>
          <a:p>
            <a:pPr eaLnBrk="1" hangingPunct="1">
              <a:lnSpc>
                <a:spcPct val="90000"/>
              </a:lnSpc>
            </a:pPr>
            <a:r>
              <a:rPr lang="en-US" altLang="en-US" sz="2400" b="1"/>
              <a:t>Processing</a:t>
            </a:r>
          </a:p>
          <a:p>
            <a:pPr lvl="1" eaLnBrk="1" hangingPunct="1">
              <a:lnSpc>
                <a:spcPct val="90000"/>
              </a:lnSpc>
            </a:pPr>
            <a:r>
              <a:rPr lang="en-US" altLang="en-US" sz="2400"/>
              <a:t>Sum = x1+x2+x3+x4+x5</a:t>
            </a:r>
          </a:p>
          <a:p>
            <a:pPr lvl="1" eaLnBrk="1" hangingPunct="1">
              <a:lnSpc>
                <a:spcPct val="90000"/>
              </a:lnSpc>
            </a:pPr>
            <a:r>
              <a:rPr lang="en-US" altLang="en-US" sz="2400"/>
              <a:t>Average = Sum/5</a:t>
            </a:r>
          </a:p>
          <a:p>
            <a:pPr eaLnBrk="1" hangingPunct="1">
              <a:lnSpc>
                <a:spcPct val="90000"/>
              </a:lnSpc>
            </a:pPr>
            <a:r>
              <a:rPr lang="en-US" altLang="en-US" sz="2400" b="1"/>
              <a:t>Output</a:t>
            </a:r>
          </a:p>
          <a:p>
            <a:pPr lvl="1" eaLnBrk="1" hangingPunct="1">
              <a:lnSpc>
                <a:spcPct val="90000"/>
              </a:lnSpc>
            </a:pPr>
            <a:r>
              <a:rPr lang="en-US" altLang="en-US" sz="2400"/>
              <a:t>Sum</a:t>
            </a:r>
          </a:p>
          <a:p>
            <a:pPr lvl="1" eaLnBrk="1" hangingPunct="1">
              <a:lnSpc>
                <a:spcPct val="90000"/>
              </a:lnSpc>
            </a:pPr>
            <a:r>
              <a:rPr lang="en-US" altLang="en-US" sz="2400"/>
              <a:t>Average</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a:extLst>
              <a:ext uri="{FF2B5EF4-FFF2-40B4-BE49-F238E27FC236}">
                <a16:creationId xmlns:a16="http://schemas.microsoft.com/office/drawing/2014/main" id="{9CAC2D03-98A7-D961-972E-D5B310B1E151}"/>
              </a:ext>
            </a:extLst>
          </p:cNvPr>
          <p:cNvSpPr>
            <a:spLocks noGrp="1" noChangeArrowheads="1"/>
          </p:cNvSpPr>
          <p:nvPr>
            <p:ph type="title"/>
          </p:nvPr>
        </p:nvSpPr>
        <p:spPr>
          <a:xfrm>
            <a:off x="1524000" y="-228600"/>
            <a:ext cx="9144000" cy="1600200"/>
          </a:xfrm>
        </p:spPr>
        <p:txBody>
          <a:bodyPr/>
          <a:lstStyle/>
          <a:p>
            <a:pPr eaLnBrk="1" hangingPunct="1"/>
            <a:r>
              <a:rPr lang="en-US" altLang="en-US" sz="4000" b="1" dirty="0">
                <a:solidFill>
                  <a:schemeClr val="bg1"/>
                </a:solidFill>
              </a:rPr>
              <a:t>Example 3</a:t>
            </a:r>
            <a:br>
              <a:rPr lang="en-US" altLang="en-US" sz="4000" b="1" dirty="0">
                <a:solidFill>
                  <a:schemeClr val="bg1"/>
                </a:solidFill>
              </a:rPr>
            </a:br>
            <a:r>
              <a:rPr lang="en-US" altLang="en-US" sz="4000" b="1" dirty="0">
                <a:solidFill>
                  <a:schemeClr val="bg1"/>
                </a:solidFill>
              </a:rPr>
              <a:t>Area and Perimeter of a circle</a:t>
            </a:r>
          </a:p>
        </p:txBody>
      </p:sp>
      <p:sp>
        <p:nvSpPr>
          <p:cNvPr id="35846" name="Rectangle 3" descr="Rectangle: Click to edit Master text styles&#10;Second level&#10;Third level&#10;Fourth level&#10;Fifth level">
            <a:extLst>
              <a:ext uri="{FF2B5EF4-FFF2-40B4-BE49-F238E27FC236}">
                <a16:creationId xmlns:a16="http://schemas.microsoft.com/office/drawing/2014/main" id="{9D07214F-14B2-0796-FC7A-F90C91631AC8}"/>
              </a:ext>
            </a:extLst>
          </p:cNvPr>
          <p:cNvSpPr>
            <a:spLocks noGrp="1" noChangeArrowheads="1"/>
          </p:cNvSpPr>
          <p:nvPr>
            <p:ph type="body" idx="1"/>
          </p:nvPr>
        </p:nvSpPr>
        <p:spPr>
          <a:xfrm>
            <a:off x="2362200" y="1676400"/>
            <a:ext cx="7772400" cy="4572000"/>
          </a:xfrm>
        </p:spPr>
        <p:txBody>
          <a:bodyPr/>
          <a:lstStyle/>
          <a:p>
            <a:pPr eaLnBrk="1" hangingPunct="1">
              <a:lnSpc>
                <a:spcPct val="90000"/>
              </a:lnSpc>
            </a:pPr>
            <a:r>
              <a:rPr lang="en-US" altLang="en-US" sz="2400" b="1"/>
              <a:t>Input</a:t>
            </a:r>
          </a:p>
          <a:p>
            <a:pPr lvl="1" eaLnBrk="1" hangingPunct="1">
              <a:lnSpc>
                <a:spcPct val="90000"/>
              </a:lnSpc>
            </a:pPr>
            <a:r>
              <a:rPr lang="en-US" altLang="en-US" sz="2400"/>
              <a:t>Radius</a:t>
            </a:r>
          </a:p>
          <a:p>
            <a:pPr lvl="1" eaLnBrk="1" hangingPunct="1">
              <a:lnSpc>
                <a:spcPct val="90000"/>
              </a:lnSpc>
            </a:pPr>
            <a:r>
              <a:rPr lang="en-US" altLang="en-US" sz="2400"/>
              <a:t> PI</a:t>
            </a:r>
          </a:p>
          <a:p>
            <a:pPr eaLnBrk="1" hangingPunct="1">
              <a:lnSpc>
                <a:spcPct val="90000"/>
              </a:lnSpc>
            </a:pPr>
            <a:r>
              <a:rPr lang="en-US" altLang="en-US" sz="2400" b="1"/>
              <a:t>Processing</a:t>
            </a:r>
          </a:p>
          <a:p>
            <a:pPr lvl="1" eaLnBrk="1" hangingPunct="1">
              <a:lnSpc>
                <a:spcPct val="90000"/>
              </a:lnSpc>
            </a:pPr>
            <a:r>
              <a:rPr lang="en-US" altLang="en-US" sz="2400"/>
              <a:t>Area = PI * Radius * Radius</a:t>
            </a:r>
          </a:p>
          <a:p>
            <a:pPr lvl="1" eaLnBrk="1" hangingPunct="1">
              <a:lnSpc>
                <a:spcPct val="90000"/>
              </a:lnSpc>
            </a:pPr>
            <a:r>
              <a:rPr lang="en-US" altLang="en-US" sz="2400"/>
              <a:t>Perimeter = 2 * PI * Radius</a:t>
            </a:r>
          </a:p>
          <a:p>
            <a:pPr eaLnBrk="1" hangingPunct="1">
              <a:lnSpc>
                <a:spcPct val="90000"/>
              </a:lnSpc>
            </a:pPr>
            <a:r>
              <a:rPr lang="en-US" altLang="en-US" sz="2400" b="1"/>
              <a:t>Output</a:t>
            </a:r>
          </a:p>
          <a:p>
            <a:pPr lvl="1" eaLnBrk="1" hangingPunct="1">
              <a:lnSpc>
                <a:spcPct val="90000"/>
              </a:lnSpc>
            </a:pPr>
            <a:r>
              <a:rPr lang="en-US" altLang="en-US" sz="2400"/>
              <a:t>Area </a:t>
            </a:r>
          </a:p>
          <a:p>
            <a:pPr lvl="1" eaLnBrk="1" hangingPunct="1">
              <a:lnSpc>
                <a:spcPct val="90000"/>
              </a:lnSpc>
            </a:pPr>
            <a:r>
              <a:rPr lang="en-US" altLang="en-US" sz="2400"/>
              <a:t>Perimeter</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E6AF000-34C3-273E-4860-7E487CD28ACC}"/>
              </a:ext>
            </a:extLst>
          </p:cNvPr>
          <p:cNvSpPr>
            <a:spLocks noGrp="1" noChangeArrowheads="1"/>
          </p:cNvSpPr>
          <p:nvPr>
            <p:ph type="title"/>
          </p:nvPr>
        </p:nvSpPr>
        <p:spPr>
          <a:xfrm>
            <a:off x="2133600" y="228600"/>
            <a:ext cx="7772400" cy="838200"/>
          </a:xfrm>
        </p:spPr>
        <p:txBody>
          <a:bodyPr/>
          <a:lstStyle/>
          <a:p>
            <a:pPr eaLnBrk="1" hangingPunct="1"/>
            <a:r>
              <a:rPr lang="en-US" altLang="en-US" sz="4000" b="1" dirty="0">
                <a:solidFill>
                  <a:schemeClr val="bg1"/>
                </a:solidFill>
              </a:rPr>
              <a:t>2-Planning the Solution</a:t>
            </a:r>
          </a:p>
        </p:txBody>
      </p:sp>
      <p:sp>
        <p:nvSpPr>
          <p:cNvPr id="3079" name="Rectangle 3" descr="Rectangle: Click to edit Master text styles&#10;Second level&#10;Third level&#10;Fourth level&#10;Fifth level">
            <a:extLst>
              <a:ext uri="{FF2B5EF4-FFF2-40B4-BE49-F238E27FC236}">
                <a16:creationId xmlns:a16="http://schemas.microsoft.com/office/drawing/2014/main" id="{31953E22-C91A-955C-F0E4-B87E16DA0565}"/>
              </a:ext>
            </a:extLst>
          </p:cNvPr>
          <p:cNvSpPr>
            <a:spLocks noGrp="1" noChangeArrowheads="1"/>
          </p:cNvSpPr>
          <p:nvPr>
            <p:ph sz="quarter" idx="1"/>
          </p:nvPr>
        </p:nvSpPr>
        <p:spPr>
          <a:xfrm>
            <a:off x="2209801" y="1600201"/>
            <a:ext cx="8207375" cy="4492625"/>
          </a:xfrm>
        </p:spPr>
        <p:txBody>
          <a:bodyPr>
            <a:normAutofit/>
          </a:bodyPr>
          <a:lstStyle/>
          <a:p>
            <a:pPr marL="320040" indent="-320040">
              <a:buFont typeface="Wingdings"/>
              <a:buChar char=""/>
              <a:defRPr/>
            </a:pPr>
            <a:r>
              <a:rPr lang="en-US" sz="2800" dirty="0"/>
              <a:t>When planning, algorithms are used to outline the solution steps using </a:t>
            </a:r>
            <a:r>
              <a:rPr lang="en-US" sz="2800" b="1" dirty="0"/>
              <a:t>English like statements</a:t>
            </a:r>
            <a:r>
              <a:rPr lang="en-US" sz="2800" dirty="0"/>
              <a:t>, called </a:t>
            </a:r>
            <a:r>
              <a:rPr lang="en-US" sz="2800" b="1" i="1" dirty="0" err="1">
                <a:solidFill>
                  <a:schemeClr val="accent2">
                    <a:lumMod val="75000"/>
                  </a:schemeClr>
                </a:solidFill>
              </a:rPr>
              <a:t>pseudocode</a:t>
            </a:r>
            <a:r>
              <a:rPr lang="en-US" sz="2800" dirty="0"/>
              <a:t>. </a:t>
            </a:r>
          </a:p>
          <a:p>
            <a:pPr marL="320040" indent="-320040">
              <a:lnSpc>
                <a:spcPct val="104000"/>
              </a:lnSpc>
              <a:buFontTx/>
              <a:buChar char="•"/>
              <a:defRPr/>
            </a:pPr>
            <a:r>
              <a:rPr lang="en-US" altLang="ar-SA" sz="2800" dirty="0"/>
              <a:t> A </a:t>
            </a:r>
            <a:r>
              <a:rPr lang="en-US" altLang="ar-SA" sz="2800" b="1" i="1" dirty="0">
                <a:solidFill>
                  <a:schemeClr val="accent2">
                    <a:lumMod val="75000"/>
                  </a:schemeClr>
                </a:solidFill>
              </a:rPr>
              <a:t>flowchart</a:t>
            </a:r>
            <a:r>
              <a:rPr lang="en-US" altLang="ar-SA" sz="2800" dirty="0"/>
              <a:t> is useful for the graphical representation of an algorithm.</a:t>
            </a:r>
          </a:p>
          <a:p>
            <a:pPr marL="640080" lvl="1" indent="-274320">
              <a:lnSpc>
                <a:spcPct val="104000"/>
              </a:lnSpc>
              <a:buFontTx/>
              <a:buChar char="•"/>
              <a:defRPr/>
            </a:pPr>
            <a:r>
              <a:rPr lang="en-US" altLang="ar-SA" sz="2500" dirty="0"/>
              <a:t>They are   drawn using rectangles, diamonds, ovals, and small circles.</a:t>
            </a:r>
          </a:p>
          <a:p>
            <a:pPr marL="320040" indent="-320040">
              <a:lnSpc>
                <a:spcPct val="104000"/>
              </a:lnSpc>
              <a:buFontTx/>
              <a:buChar char="•"/>
              <a:defRPr/>
            </a:pPr>
            <a:endParaRPr lang="en-US" altLang="ar-SA" sz="2800" dirty="0"/>
          </a:p>
          <a:p>
            <a:pPr marL="320040" indent="-320040">
              <a:buNone/>
              <a:defRPr/>
            </a:pPr>
            <a:endParaRPr lang="en-US" sz="2800" dirty="0"/>
          </a:p>
          <a:p>
            <a:pPr marL="320040" indent="-320040">
              <a:buNone/>
              <a:defRPr/>
            </a:pP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29FC522A-A9FD-0E4D-E23C-FC96C31E329D}"/>
              </a:ext>
            </a:extLst>
          </p:cNvPr>
          <p:cNvSpPr>
            <a:spLocks noGrp="1" noChangeArrowheads="1"/>
          </p:cNvSpPr>
          <p:nvPr>
            <p:ph type="title"/>
          </p:nvPr>
        </p:nvSpPr>
        <p:spPr>
          <a:xfrm>
            <a:off x="581608" y="65315"/>
            <a:ext cx="8229600" cy="1139825"/>
          </a:xfrm>
        </p:spPr>
        <p:txBody>
          <a:bodyPr>
            <a:normAutofit fontScale="90000"/>
          </a:bodyPr>
          <a:lstStyle/>
          <a:p>
            <a:pPr eaLnBrk="1" hangingPunct="1"/>
            <a:r>
              <a:rPr lang="en-US" altLang="en-US" dirty="0">
                <a:solidFill>
                  <a:schemeClr val="bg1"/>
                </a:solidFill>
              </a:rPr>
              <a:t>Write a Program to Print the Sum of two integer Numbers</a:t>
            </a:r>
          </a:p>
        </p:txBody>
      </p:sp>
      <p:sp>
        <p:nvSpPr>
          <p:cNvPr id="232451" name="Rectangle 3">
            <a:extLst>
              <a:ext uri="{FF2B5EF4-FFF2-40B4-BE49-F238E27FC236}">
                <a16:creationId xmlns:a16="http://schemas.microsoft.com/office/drawing/2014/main" id="{2C3ACB7F-E1FA-6927-FCE2-DD6F7F124FAB}"/>
              </a:ext>
            </a:extLst>
          </p:cNvPr>
          <p:cNvSpPr>
            <a:spLocks noGrp="1" noChangeArrowheads="1"/>
          </p:cNvSpPr>
          <p:nvPr>
            <p:ph type="body" sz="half" idx="1"/>
          </p:nvPr>
        </p:nvSpPr>
        <p:spPr>
          <a:xfrm>
            <a:off x="332435" y="1625033"/>
            <a:ext cx="5580062" cy="4530725"/>
          </a:xfrm>
        </p:spPr>
        <p:txBody>
          <a:bodyPr/>
          <a:lstStyle/>
          <a:p>
            <a:pPr marL="533400" indent="-533400">
              <a:buFont typeface="Wingdings" panose="05000000000000000000" pitchFamily="2" charset="2"/>
              <a:buAutoNum type="arabicPeriod"/>
            </a:pPr>
            <a:r>
              <a:rPr lang="en-US" altLang="en-US" sz="2400" b="1" dirty="0"/>
              <a:t>Start the program</a:t>
            </a:r>
          </a:p>
          <a:p>
            <a:pPr marL="533400" indent="-533400">
              <a:buFont typeface="Wingdings" panose="05000000000000000000" pitchFamily="2" charset="2"/>
              <a:buAutoNum type="arabicPeriod"/>
            </a:pPr>
            <a:r>
              <a:rPr lang="en-US" altLang="en-US" sz="2400" b="1" dirty="0"/>
              <a:t>Read the first number and save in  the variable ( N1 )</a:t>
            </a:r>
          </a:p>
          <a:p>
            <a:pPr marL="533400" indent="-533400">
              <a:buFont typeface="Wingdings" panose="05000000000000000000" pitchFamily="2" charset="2"/>
              <a:buAutoNum type="arabicPeriod"/>
            </a:pPr>
            <a:r>
              <a:rPr lang="en-US" altLang="en-US" sz="2400" b="1" dirty="0"/>
              <a:t>Read the second number and save in the variable ( N2 )</a:t>
            </a:r>
          </a:p>
          <a:p>
            <a:pPr marL="533400" indent="-533400">
              <a:buFont typeface="Wingdings" panose="05000000000000000000" pitchFamily="2" charset="2"/>
              <a:buAutoNum type="arabicPeriod"/>
            </a:pPr>
            <a:r>
              <a:rPr lang="en-US" altLang="en-US" sz="2400" b="1" dirty="0"/>
              <a:t>Sum the both numbers and save the result in the variable ( Sum )                      	</a:t>
            </a:r>
            <a:r>
              <a:rPr lang="en-US" altLang="en-US" sz="2400" b="1" dirty="0">
                <a:sym typeface="Wingdings" panose="05000000000000000000" pitchFamily="2" charset="2"/>
              </a:rPr>
              <a:t></a:t>
            </a:r>
            <a:r>
              <a:rPr lang="en-US" altLang="en-US" sz="2400" b="1" dirty="0"/>
              <a:t> Sum = N1 + N2 </a:t>
            </a:r>
          </a:p>
          <a:p>
            <a:pPr marL="533400" indent="-533400">
              <a:buFont typeface="Wingdings" panose="05000000000000000000" pitchFamily="2" charset="2"/>
              <a:buAutoNum type="arabicPeriod"/>
            </a:pPr>
            <a:r>
              <a:rPr lang="en-US" altLang="en-US" sz="2400" b="1" dirty="0"/>
              <a:t>Print the variable ( Sum ) </a:t>
            </a:r>
          </a:p>
          <a:p>
            <a:pPr marL="533400" indent="-533400">
              <a:buFont typeface="Wingdings" panose="05000000000000000000" pitchFamily="2" charset="2"/>
              <a:buAutoNum type="arabicPeriod"/>
            </a:pPr>
            <a:r>
              <a:rPr lang="en-US" altLang="en-US" sz="2400" b="1" dirty="0"/>
              <a:t>End the program</a:t>
            </a:r>
          </a:p>
          <a:p>
            <a:pPr marL="533400" indent="-533400"/>
            <a:endParaRPr lang="en-US" altLang="en-US" sz="2400" dirty="0"/>
          </a:p>
        </p:txBody>
      </p:sp>
      <p:sp>
        <p:nvSpPr>
          <p:cNvPr id="232452" name="AutoShape 4">
            <a:extLst>
              <a:ext uri="{FF2B5EF4-FFF2-40B4-BE49-F238E27FC236}">
                <a16:creationId xmlns:a16="http://schemas.microsoft.com/office/drawing/2014/main" id="{03764666-7A96-E94B-35E0-BDF98B0895ED}"/>
              </a:ext>
            </a:extLst>
          </p:cNvPr>
          <p:cNvSpPr>
            <a:spLocks noChangeArrowheads="1"/>
          </p:cNvSpPr>
          <p:nvPr/>
        </p:nvSpPr>
        <p:spPr bwMode="auto">
          <a:xfrm>
            <a:off x="6449008" y="1406752"/>
            <a:ext cx="2305050" cy="576262"/>
          </a:xfrm>
          <a:prstGeom prst="flowChartTerminator">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dirty="0">
                <a:solidFill>
                  <a:schemeClr val="tx1"/>
                </a:solidFill>
                <a:latin typeface="Arial" charset="0"/>
                <a:cs typeface="Arial" charset="0"/>
              </a:rPr>
              <a:t>start</a:t>
            </a:r>
          </a:p>
        </p:txBody>
      </p:sp>
      <p:sp>
        <p:nvSpPr>
          <p:cNvPr id="232453" name="AutoShape 5">
            <a:extLst>
              <a:ext uri="{FF2B5EF4-FFF2-40B4-BE49-F238E27FC236}">
                <a16:creationId xmlns:a16="http://schemas.microsoft.com/office/drawing/2014/main" id="{66318EE6-BD5C-D02B-5F60-B0B8934B86B5}"/>
              </a:ext>
            </a:extLst>
          </p:cNvPr>
          <p:cNvSpPr>
            <a:spLocks noChangeArrowheads="1"/>
          </p:cNvSpPr>
          <p:nvPr/>
        </p:nvSpPr>
        <p:spPr bwMode="auto">
          <a:xfrm>
            <a:off x="6377572" y="2341789"/>
            <a:ext cx="2447925" cy="503238"/>
          </a:xfrm>
          <a:prstGeom prst="flowChartInputOutput">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a:solidFill>
                  <a:schemeClr val="tx1"/>
                </a:solidFill>
                <a:latin typeface="Arial" charset="0"/>
                <a:cs typeface="Arial" charset="0"/>
              </a:rPr>
              <a:t>Read N1</a:t>
            </a:r>
          </a:p>
        </p:txBody>
      </p:sp>
      <p:sp>
        <p:nvSpPr>
          <p:cNvPr id="232454" name="AutoShape 6">
            <a:extLst>
              <a:ext uri="{FF2B5EF4-FFF2-40B4-BE49-F238E27FC236}">
                <a16:creationId xmlns:a16="http://schemas.microsoft.com/office/drawing/2014/main" id="{29E8A5BF-113C-6CF1-F8D3-FC3B20A90A93}"/>
              </a:ext>
            </a:extLst>
          </p:cNvPr>
          <p:cNvSpPr>
            <a:spLocks noChangeArrowheads="1"/>
          </p:cNvSpPr>
          <p:nvPr/>
        </p:nvSpPr>
        <p:spPr bwMode="auto">
          <a:xfrm>
            <a:off x="6307721" y="3206978"/>
            <a:ext cx="2590800" cy="503237"/>
          </a:xfrm>
          <a:prstGeom prst="flowChartInputOutput">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a:solidFill>
                  <a:schemeClr val="tx1"/>
                </a:solidFill>
                <a:latin typeface="Arial" charset="0"/>
                <a:cs typeface="Arial" charset="0"/>
              </a:rPr>
              <a:t>Read N2</a:t>
            </a:r>
          </a:p>
        </p:txBody>
      </p:sp>
      <p:sp>
        <p:nvSpPr>
          <p:cNvPr id="232455" name="AutoShape 7">
            <a:extLst>
              <a:ext uri="{FF2B5EF4-FFF2-40B4-BE49-F238E27FC236}">
                <a16:creationId xmlns:a16="http://schemas.microsoft.com/office/drawing/2014/main" id="{5C07910F-57B0-FC91-3732-D96E50FF87F2}"/>
              </a:ext>
            </a:extLst>
          </p:cNvPr>
          <p:cNvSpPr>
            <a:spLocks noChangeArrowheads="1"/>
          </p:cNvSpPr>
          <p:nvPr/>
        </p:nvSpPr>
        <p:spPr bwMode="auto">
          <a:xfrm>
            <a:off x="6307721" y="4070578"/>
            <a:ext cx="2590800" cy="720725"/>
          </a:xfrm>
          <a:prstGeom prst="flowChartProcess">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a:solidFill>
                  <a:schemeClr val="tx1"/>
                </a:solidFill>
                <a:latin typeface="Arial" charset="0"/>
                <a:cs typeface="Arial" charset="0"/>
              </a:rPr>
              <a:t>Sum = N1 + N2</a:t>
            </a:r>
          </a:p>
        </p:txBody>
      </p:sp>
      <p:sp>
        <p:nvSpPr>
          <p:cNvPr id="232456" name="AutoShape 8">
            <a:extLst>
              <a:ext uri="{FF2B5EF4-FFF2-40B4-BE49-F238E27FC236}">
                <a16:creationId xmlns:a16="http://schemas.microsoft.com/office/drawing/2014/main" id="{E1ED9194-EA9B-FE64-712C-085D47C3D347}"/>
              </a:ext>
            </a:extLst>
          </p:cNvPr>
          <p:cNvSpPr>
            <a:spLocks noChangeArrowheads="1"/>
          </p:cNvSpPr>
          <p:nvPr/>
        </p:nvSpPr>
        <p:spPr bwMode="auto">
          <a:xfrm>
            <a:off x="6307721" y="5150077"/>
            <a:ext cx="2590800" cy="576262"/>
          </a:xfrm>
          <a:prstGeom prst="flowChartInputOutput">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a:solidFill>
                  <a:schemeClr val="tx1"/>
                </a:solidFill>
                <a:latin typeface="Arial" charset="0"/>
                <a:cs typeface="Arial" charset="0"/>
              </a:rPr>
              <a:t>Print Sum</a:t>
            </a:r>
          </a:p>
        </p:txBody>
      </p:sp>
      <p:sp>
        <p:nvSpPr>
          <p:cNvPr id="232457" name="AutoShape 9">
            <a:extLst>
              <a:ext uri="{FF2B5EF4-FFF2-40B4-BE49-F238E27FC236}">
                <a16:creationId xmlns:a16="http://schemas.microsoft.com/office/drawing/2014/main" id="{0B636967-DC85-2251-A6C1-FBB04AA87181}"/>
              </a:ext>
            </a:extLst>
          </p:cNvPr>
          <p:cNvSpPr>
            <a:spLocks noChangeArrowheads="1"/>
          </p:cNvSpPr>
          <p:nvPr/>
        </p:nvSpPr>
        <p:spPr bwMode="auto">
          <a:xfrm>
            <a:off x="6377572" y="6158140"/>
            <a:ext cx="2447925" cy="576263"/>
          </a:xfrm>
          <a:prstGeom prst="flowChartTerminator">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rtl="1">
              <a:defRPr/>
            </a:pPr>
            <a:r>
              <a:rPr lang="en-US" sz="2400">
                <a:solidFill>
                  <a:schemeClr val="tx1"/>
                </a:solidFill>
                <a:latin typeface="Arial" charset="0"/>
                <a:cs typeface="Arial" charset="0"/>
              </a:rPr>
              <a:t>End</a:t>
            </a:r>
          </a:p>
        </p:txBody>
      </p:sp>
      <p:cxnSp>
        <p:nvCxnSpPr>
          <p:cNvPr id="232458" name="AutoShape 10">
            <a:extLst>
              <a:ext uri="{FF2B5EF4-FFF2-40B4-BE49-F238E27FC236}">
                <a16:creationId xmlns:a16="http://schemas.microsoft.com/office/drawing/2014/main" id="{BE6026E1-6B05-F723-4641-55101C567837}"/>
              </a:ext>
            </a:extLst>
          </p:cNvPr>
          <p:cNvCxnSpPr>
            <a:cxnSpLocks noChangeShapeType="1"/>
            <a:stCxn id="232452" idx="2"/>
            <a:endCxn id="232453" idx="1"/>
          </p:cNvCxnSpPr>
          <p:nvPr/>
        </p:nvCxnSpPr>
        <p:spPr bwMode="auto">
          <a:xfrm>
            <a:off x="7601533" y="2011590"/>
            <a:ext cx="0" cy="301625"/>
          </a:xfrm>
          <a:prstGeom prst="straightConnector1">
            <a:avLst/>
          </a:prstGeom>
          <a:ln>
            <a:headEnd/>
            <a:tailEnd type="triangle" w="med" len="med"/>
          </a:ln>
        </p:spPr>
        <p:style>
          <a:lnRef idx="1">
            <a:schemeClr val="accent2"/>
          </a:lnRef>
          <a:fillRef idx="3">
            <a:schemeClr val="accent2"/>
          </a:fillRef>
          <a:effectRef idx="2">
            <a:schemeClr val="accent2"/>
          </a:effectRef>
          <a:fontRef idx="minor">
            <a:schemeClr val="lt1"/>
          </a:fontRef>
        </p:style>
      </p:cxnSp>
      <p:cxnSp>
        <p:nvCxnSpPr>
          <p:cNvPr id="232459" name="AutoShape 11">
            <a:extLst>
              <a:ext uri="{FF2B5EF4-FFF2-40B4-BE49-F238E27FC236}">
                <a16:creationId xmlns:a16="http://schemas.microsoft.com/office/drawing/2014/main" id="{99189C4A-10EE-8EDD-DA70-AC46BB2769F4}"/>
              </a:ext>
            </a:extLst>
          </p:cNvPr>
          <p:cNvCxnSpPr>
            <a:cxnSpLocks noChangeShapeType="1"/>
            <a:stCxn id="232453" idx="4"/>
            <a:endCxn id="232454" idx="1"/>
          </p:cNvCxnSpPr>
          <p:nvPr/>
        </p:nvCxnSpPr>
        <p:spPr bwMode="auto">
          <a:xfrm>
            <a:off x="7601533" y="2873602"/>
            <a:ext cx="1588" cy="304800"/>
          </a:xfrm>
          <a:prstGeom prst="straightConnector1">
            <a:avLst/>
          </a:prstGeom>
          <a:ln>
            <a:headEnd/>
            <a:tailEnd type="triangle" w="med" len="med"/>
          </a:ln>
        </p:spPr>
        <p:style>
          <a:lnRef idx="1">
            <a:schemeClr val="accent2"/>
          </a:lnRef>
          <a:fillRef idx="3">
            <a:schemeClr val="accent2"/>
          </a:fillRef>
          <a:effectRef idx="2">
            <a:schemeClr val="accent2"/>
          </a:effectRef>
          <a:fontRef idx="minor">
            <a:schemeClr val="lt1"/>
          </a:fontRef>
        </p:style>
      </p:cxnSp>
      <p:cxnSp>
        <p:nvCxnSpPr>
          <p:cNvPr id="232460" name="AutoShape 12">
            <a:extLst>
              <a:ext uri="{FF2B5EF4-FFF2-40B4-BE49-F238E27FC236}">
                <a16:creationId xmlns:a16="http://schemas.microsoft.com/office/drawing/2014/main" id="{7DA9F439-8DE2-63D8-F26C-5C2E802ADD4D}"/>
              </a:ext>
            </a:extLst>
          </p:cNvPr>
          <p:cNvCxnSpPr>
            <a:cxnSpLocks noChangeShapeType="1"/>
            <a:stCxn id="232454" idx="4"/>
            <a:endCxn id="232455" idx="0"/>
          </p:cNvCxnSpPr>
          <p:nvPr/>
        </p:nvCxnSpPr>
        <p:spPr bwMode="auto">
          <a:xfrm>
            <a:off x="7603121" y="3738790"/>
            <a:ext cx="0" cy="303213"/>
          </a:xfrm>
          <a:prstGeom prst="straightConnector1">
            <a:avLst/>
          </a:prstGeom>
          <a:ln>
            <a:headEnd/>
            <a:tailEnd type="triangle" w="med" len="med"/>
          </a:ln>
        </p:spPr>
        <p:style>
          <a:lnRef idx="1">
            <a:schemeClr val="accent2"/>
          </a:lnRef>
          <a:fillRef idx="3">
            <a:schemeClr val="accent2"/>
          </a:fillRef>
          <a:effectRef idx="2">
            <a:schemeClr val="accent2"/>
          </a:effectRef>
          <a:fontRef idx="minor">
            <a:schemeClr val="lt1"/>
          </a:fontRef>
        </p:style>
      </p:cxnSp>
      <p:cxnSp>
        <p:nvCxnSpPr>
          <p:cNvPr id="232461" name="AutoShape 13">
            <a:extLst>
              <a:ext uri="{FF2B5EF4-FFF2-40B4-BE49-F238E27FC236}">
                <a16:creationId xmlns:a16="http://schemas.microsoft.com/office/drawing/2014/main" id="{930A8448-CA24-4FC2-BC4B-55EB05701C51}"/>
              </a:ext>
            </a:extLst>
          </p:cNvPr>
          <p:cNvCxnSpPr>
            <a:cxnSpLocks noChangeShapeType="1"/>
            <a:stCxn id="232455" idx="2"/>
            <a:endCxn id="232456" idx="1"/>
          </p:cNvCxnSpPr>
          <p:nvPr/>
        </p:nvCxnSpPr>
        <p:spPr bwMode="auto">
          <a:xfrm>
            <a:off x="7603121" y="4819878"/>
            <a:ext cx="0" cy="301625"/>
          </a:xfrm>
          <a:prstGeom prst="straightConnector1">
            <a:avLst/>
          </a:prstGeom>
          <a:ln>
            <a:headEnd/>
            <a:tailEnd type="triangle" w="med" len="med"/>
          </a:ln>
        </p:spPr>
        <p:style>
          <a:lnRef idx="1">
            <a:schemeClr val="accent2"/>
          </a:lnRef>
          <a:fillRef idx="3">
            <a:schemeClr val="accent2"/>
          </a:fillRef>
          <a:effectRef idx="2">
            <a:schemeClr val="accent2"/>
          </a:effectRef>
          <a:fontRef idx="minor">
            <a:schemeClr val="lt1"/>
          </a:fontRef>
        </p:style>
      </p:cxnSp>
      <p:cxnSp>
        <p:nvCxnSpPr>
          <p:cNvPr id="232462" name="AutoShape 14">
            <a:extLst>
              <a:ext uri="{FF2B5EF4-FFF2-40B4-BE49-F238E27FC236}">
                <a16:creationId xmlns:a16="http://schemas.microsoft.com/office/drawing/2014/main" id="{2BD8707C-5883-96A9-0FB9-AF207BAC30E3}"/>
              </a:ext>
            </a:extLst>
          </p:cNvPr>
          <p:cNvCxnSpPr>
            <a:cxnSpLocks noChangeShapeType="1"/>
            <a:stCxn id="232456" idx="4"/>
            <a:endCxn id="232457" idx="0"/>
          </p:cNvCxnSpPr>
          <p:nvPr/>
        </p:nvCxnSpPr>
        <p:spPr bwMode="auto">
          <a:xfrm flipH="1">
            <a:off x="7601533" y="5754914"/>
            <a:ext cx="1588" cy="374650"/>
          </a:xfrm>
          <a:prstGeom prst="straightConnector1">
            <a:avLst/>
          </a:prstGeom>
          <a:ln>
            <a:headEnd/>
            <a:tailEnd type="triangle" w="med" len="med"/>
          </a:ln>
        </p:spPr>
        <p:style>
          <a:lnRef idx="1">
            <a:schemeClr val="accent2"/>
          </a:lnRef>
          <a:fillRef idx="3">
            <a:schemeClr val="accent2"/>
          </a:fillRef>
          <a:effectRef idx="2">
            <a:schemeClr val="accent2"/>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4" fill="hold" nodeType="withEffect">
                                  <p:stCondLst>
                                    <p:cond delay="0"/>
                                  </p:stCondLst>
                                  <p:childTnLst>
                                    <p:set>
                                      <p:cBhvr>
                                        <p:cTn id="6" dur="1" fill="hold">
                                          <p:stCondLst>
                                            <p:cond delay="0"/>
                                          </p:stCondLst>
                                        </p:cTn>
                                        <p:tgtEl>
                                          <p:spTgt spid="232450"/>
                                        </p:tgtEl>
                                        <p:attrNameLst>
                                          <p:attrName>style.visibility</p:attrName>
                                        </p:attrNameLst>
                                      </p:cBhvr>
                                      <p:to>
                                        <p:strVal val="visible"/>
                                      </p:to>
                                    </p:set>
                                    <p:animEffect transition="in" filter="wheel(4)">
                                      <p:cBhvr>
                                        <p:cTn id="7" dur="2000"/>
                                        <p:tgtEl>
                                          <p:spTgt spid="2324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32451">
                                            <p:txEl>
                                              <p:pRg st="0" end="0"/>
                                            </p:txEl>
                                          </p:spTgt>
                                        </p:tgtEl>
                                        <p:attrNameLst>
                                          <p:attrName>style.visibility</p:attrName>
                                        </p:attrNameLst>
                                      </p:cBhvr>
                                      <p:to>
                                        <p:strVal val="visible"/>
                                      </p:to>
                                    </p:set>
                                    <p:anim calcmode="lin" valueType="num">
                                      <p:cBhvr additive="base">
                                        <p:cTn id="12" dur="500" fill="hold"/>
                                        <p:tgtEl>
                                          <p:spTgt spid="23245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2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32452"/>
                                        </p:tgtEl>
                                        <p:attrNameLst>
                                          <p:attrName>style.visibility</p:attrName>
                                        </p:attrNameLst>
                                      </p:cBhvr>
                                      <p:to>
                                        <p:strVal val="visible"/>
                                      </p:to>
                                    </p:set>
                                    <p:anim calcmode="lin" valueType="num">
                                      <p:cBhvr additive="base">
                                        <p:cTn id="18" dur="500" fill="hold"/>
                                        <p:tgtEl>
                                          <p:spTgt spid="232452"/>
                                        </p:tgtEl>
                                        <p:attrNameLst>
                                          <p:attrName>ppt_x</p:attrName>
                                        </p:attrNameLst>
                                      </p:cBhvr>
                                      <p:tavLst>
                                        <p:tav tm="0">
                                          <p:val>
                                            <p:strVal val="#ppt_x"/>
                                          </p:val>
                                        </p:tav>
                                        <p:tav tm="100000">
                                          <p:val>
                                            <p:strVal val="#ppt_x"/>
                                          </p:val>
                                        </p:tav>
                                      </p:tavLst>
                                    </p:anim>
                                    <p:anim calcmode="lin" valueType="num">
                                      <p:cBhvr additive="base">
                                        <p:cTn id="19" dur="500" fill="hold"/>
                                        <p:tgtEl>
                                          <p:spTgt spid="232452"/>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232451">
                                            <p:txEl>
                                              <p:pRg st="1" end="1"/>
                                            </p:txEl>
                                          </p:spTgt>
                                        </p:tgtEl>
                                        <p:attrNameLst>
                                          <p:attrName>style.visibility</p:attrName>
                                        </p:attrNameLst>
                                      </p:cBhvr>
                                      <p:to>
                                        <p:strVal val="visible"/>
                                      </p:to>
                                    </p:set>
                                    <p:anim calcmode="lin" valueType="num">
                                      <p:cBhvr additive="base">
                                        <p:cTn id="24" dur="500" fill="hold"/>
                                        <p:tgtEl>
                                          <p:spTgt spid="232451">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32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232458"/>
                                        </p:tgtEl>
                                        <p:attrNameLst>
                                          <p:attrName>style.visibility</p:attrName>
                                        </p:attrNameLst>
                                      </p:cBhvr>
                                      <p:to>
                                        <p:strVal val="visible"/>
                                      </p:to>
                                    </p:set>
                                    <p:anim calcmode="lin" valueType="num">
                                      <p:cBhvr additive="base">
                                        <p:cTn id="30" dur="500" fill="hold"/>
                                        <p:tgtEl>
                                          <p:spTgt spid="232458"/>
                                        </p:tgtEl>
                                        <p:attrNameLst>
                                          <p:attrName>ppt_x</p:attrName>
                                        </p:attrNameLst>
                                      </p:cBhvr>
                                      <p:tavLst>
                                        <p:tav tm="0">
                                          <p:val>
                                            <p:strVal val="#ppt_x"/>
                                          </p:val>
                                        </p:tav>
                                        <p:tav tm="100000">
                                          <p:val>
                                            <p:strVal val="#ppt_x"/>
                                          </p:val>
                                        </p:tav>
                                      </p:tavLst>
                                    </p:anim>
                                    <p:anim calcmode="lin" valueType="num">
                                      <p:cBhvr additive="base">
                                        <p:cTn id="31" dur="500" fill="hold"/>
                                        <p:tgtEl>
                                          <p:spTgt spid="232458"/>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500"/>
                            </p:stCondLst>
                            <p:childTnLst>
                              <p:par>
                                <p:cTn id="33" presetID="2" presetClass="entr" presetSubtype="4" fill="hold" nodeType="afterEffect">
                                  <p:stCondLst>
                                    <p:cond delay="0"/>
                                  </p:stCondLst>
                                  <p:childTnLst>
                                    <p:set>
                                      <p:cBhvr>
                                        <p:cTn id="34" dur="1" fill="hold">
                                          <p:stCondLst>
                                            <p:cond delay="0"/>
                                          </p:stCondLst>
                                        </p:cTn>
                                        <p:tgtEl>
                                          <p:spTgt spid="232453"/>
                                        </p:tgtEl>
                                        <p:attrNameLst>
                                          <p:attrName>style.visibility</p:attrName>
                                        </p:attrNameLst>
                                      </p:cBhvr>
                                      <p:to>
                                        <p:strVal val="visible"/>
                                      </p:to>
                                    </p:set>
                                    <p:anim calcmode="lin" valueType="num">
                                      <p:cBhvr additive="base">
                                        <p:cTn id="35" dur="500" fill="hold"/>
                                        <p:tgtEl>
                                          <p:spTgt spid="232453"/>
                                        </p:tgtEl>
                                        <p:attrNameLst>
                                          <p:attrName>ppt_x</p:attrName>
                                        </p:attrNameLst>
                                      </p:cBhvr>
                                      <p:tavLst>
                                        <p:tav tm="0">
                                          <p:val>
                                            <p:strVal val="#ppt_x"/>
                                          </p:val>
                                        </p:tav>
                                        <p:tav tm="100000">
                                          <p:val>
                                            <p:strVal val="#ppt_x"/>
                                          </p:val>
                                        </p:tav>
                                      </p:tavLst>
                                    </p:anim>
                                    <p:anim calcmode="lin" valueType="num">
                                      <p:cBhvr additive="base">
                                        <p:cTn id="36" dur="500" fill="hold"/>
                                        <p:tgtEl>
                                          <p:spTgt spid="232453"/>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32451">
                                            <p:txEl>
                                              <p:pRg st="2" end="2"/>
                                            </p:txEl>
                                          </p:spTgt>
                                        </p:tgtEl>
                                        <p:attrNameLst>
                                          <p:attrName>style.visibility</p:attrName>
                                        </p:attrNameLst>
                                      </p:cBhvr>
                                      <p:to>
                                        <p:strVal val="visible"/>
                                      </p:to>
                                    </p:set>
                                    <p:anim calcmode="lin" valueType="num">
                                      <p:cBhvr additive="base">
                                        <p:cTn id="41" dur="500" fill="hold"/>
                                        <p:tgtEl>
                                          <p:spTgt spid="232451">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24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32459"/>
                                        </p:tgtEl>
                                        <p:attrNameLst>
                                          <p:attrName>style.visibility</p:attrName>
                                        </p:attrNameLst>
                                      </p:cBhvr>
                                      <p:to>
                                        <p:strVal val="visible"/>
                                      </p:to>
                                    </p:set>
                                    <p:anim calcmode="lin" valueType="num">
                                      <p:cBhvr additive="base">
                                        <p:cTn id="47" dur="500" fill="hold"/>
                                        <p:tgtEl>
                                          <p:spTgt spid="232459"/>
                                        </p:tgtEl>
                                        <p:attrNameLst>
                                          <p:attrName>ppt_x</p:attrName>
                                        </p:attrNameLst>
                                      </p:cBhvr>
                                      <p:tavLst>
                                        <p:tav tm="0">
                                          <p:val>
                                            <p:strVal val="#ppt_x"/>
                                          </p:val>
                                        </p:tav>
                                        <p:tav tm="100000">
                                          <p:val>
                                            <p:strVal val="#ppt_x"/>
                                          </p:val>
                                        </p:tav>
                                      </p:tavLst>
                                    </p:anim>
                                    <p:anim calcmode="lin" valueType="num">
                                      <p:cBhvr additive="base">
                                        <p:cTn id="48" dur="500" fill="hold"/>
                                        <p:tgtEl>
                                          <p:spTgt spid="232459"/>
                                        </p:tgtEl>
                                        <p:attrNameLst>
                                          <p:attrName>ppt_y</p:attrName>
                                        </p:attrNameLst>
                                      </p:cBhvr>
                                      <p:tavLst>
                                        <p:tav tm="0">
                                          <p:val>
                                            <p:strVal val="1+#ppt_h/2"/>
                                          </p:val>
                                        </p:tav>
                                        <p:tav tm="100000">
                                          <p:val>
                                            <p:strVal val="#ppt_y"/>
                                          </p:val>
                                        </p:tav>
                                      </p:tavLst>
                                    </p:anim>
                                  </p:childTnLst>
                                </p:cTn>
                              </p:par>
                            </p:childTnLst>
                          </p:cTn>
                        </p:par>
                        <p:par>
                          <p:cTn id="49" fill="hold" nodeType="afterGroup">
                            <p:stCondLst>
                              <p:cond delay="500"/>
                            </p:stCondLst>
                            <p:childTnLst>
                              <p:par>
                                <p:cTn id="50" presetID="2" presetClass="entr" presetSubtype="4" fill="hold" nodeType="afterEffect">
                                  <p:stCondLst>
                                    <p:cond delay="0"/>
                                  </p:stCondLst>
                                  <p:childTnLst>
                                    <p:set>
                                      <p:cBhvr>
                                        <p:cTn id="51" dur="1" fill="hold">
                                          <p:stCondLst>
                                            <p:cond delay="0"/>
                                          </p:stCondLst>
                                        </p:cTn>
                                        <p:tgtEl>
                                          <p:spTgt spid="232454"/>
                                        </p:tgtEl>
                                        <p:attrNameLst>
                                          <p:attrName>style.visibility</p:attrName>
                                        </p:attrNameLst>
                                      </p:cBhvr>
                                      <p:to>
                                        <p:strVal val="visible"/>
                                      </p:to>
                                    </p:set>
                                    <p:anim calcmode="lin" valueType="num">
                                      <p:cBhvr additive="base">
                                        <p:cTn id="52" dur="500" fill="hold"/>
                                        <p:tgtEl>
                                          <p:spTgt spid="232454"/>
                                        </p:tgtEl>
                                        <p:attrNameLst>
                                          <p:attrName>ppt_x</p:attrName>
                                        </p:attrNameLst>
                                      </p:cBhvr>
                                      <p:tavLst>
                                        <p:tav tm="0">
                                          <p:val>
                                            <p:strVal val="#ppt_x"/>
                                          </p:val>
                                        </p:tav>
                                        <p:tav tm="100000">
                                          <p:val>
                                            <p:strVal val="#ppt_x"/>
                                          </p:val>
                                        </p:tav>
                                      </p:tavLst>
                                    </p:anim>
                                    <p:anim calcmode="lin" valueType="num">
                                      <p:cBhvr additive="base">
                                        <p:cTn id="53" dur="500" fill="hold"/>
                                        <p:tgtEl>
                                          <p:spTgt spid="232454"/>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nodeType="clickEffect">
                                  <p:stCondLst>
                                    <p:cond delay="0"/>
                                  </p:stCondLst>
                                  <p:childTnLst>
                                    <p:set>
                                      <p:cBhvr>
                                        <p:cTn id="57" dur="1" fill="hold">
                                          <p:stCondLst>
                                            <p:cond delay="0"/>
                                          </p:stCondLst>
                                        </p:cTn>
                                        <p:tgtEl>
                                          <p:spTgt spid="232451">
                                            <p:txEl>
                                              <p:pRg st="3" end="3"/>
                                            </p:txEl>
                                          </p:spTgt>
                                        </p:tgtEl>
                                        <p:attrNameLst>
                                          <p:attrName>style.visibility</p:attrName>
                                        </p:attrNameLst>
                                      </p:cBhvr>
                                      <p:to>
                                        <p:strVal val="visible"/>
                                      </p:to>
                                    </p:set>
                                    <p:anim calcmode="lin" valueType="num">
                                      <p:cBhvr additive="base">
                                        <p:cTn id="58" dur="500" fill="hold"/>
                                        <p:tgtEl>
                                          <p:spTgt spid="232451">
                                            <p:txEl>
                                              <p:pRg st="3" end="3"/>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2324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232460"/>
                                        </p:tgtEl>
                                        <p:attrNameLst>
                                          <p:attrName>style.visibility</p:attrName>
                                        </p:attrNameLst>
                                      </p:cBhvr>
                                      <p:to>
                                        <p:strVal val="visible"/>
                                      </p:to>
                                    </p:set>
                                    <p:anim calcmode="lin" valueType="num">
                                      <p:cBhvr additive="base">
                                        <p:cTn id="64" dur="500" fill="hold"/>
                                        <p:tgtEl>
                                          <p:spTgt spid="232460"/>
                                        </p:tgtEl>
                                        <p:attrNameLst>
                                          <p:attrName>ppt_x</p:attrName>
                                        </p:attrNameLst>
                                      </p:cBhvr>
                                      <p:tavLst>
                                        <p:tav tm="0">
                                          <p:val>
                                            <p:strVal val="#ppt_x"/>
                                          </p:val>
                                        </p:tav>
                                        <p:tav tm="100000">
                                          <p:val>
                                            <p:strVal val="#ppt_x"/>
                                          </p:val>
                                        </p:tav>
                                      </p:tavLst>
                                    </p:anim>
                                    <p:anim calcmode="lin" valueType="num">
                                      <p:cBhvr additive="base">
                                        <p:cTn id="65" dur="500" fill="hold"/>
                                        <p:tgtEl>
                                          <p:spTgt spid="232460"/>
                                        </p:tgtEl>
                                        <p:attrNameLst>
                                          <p:attrName>ppt_y</p:attrName>
                                        </p:attrNameLst>
                                      </p:cBhvr>
                                      <p:tavLst>
                                        <p:tav tm="0">
                                          <p:val>
                                            <p:strVal val="1+#ppt_h/2"/>
                                          </p:val>
                                        </p:tav>
                                        <p:tav tm="100000">
                                          <p:val>
                                            <p:strVal val="#ppt_y"/>
                                          </p:val>
                                        </p:tav>
                                      </p:tavLst>
                                    </p:anim>
                                  </p:childTnLst>
                                </p:cTn>
                              </p:par>
                            </p:childTnLst>
                          </p:cTn>
                        </p:par>
                        <p:par>
                          <p:cTn id="66" fill="hold" nodeType="afterGroup">
                            <p:stCondLst>
                              <p:cond delay="500"/>
                            </p:stCondLst>
                            <p:childTnLst>
                              <p:par>
                                <p:cTn id="67" presetID="2" presetClass="entr" presetSubtype="4" fill="hold" nodeType="afterEffect">
                                  <p:stCondLst>
                                    <p:cond delay="0"/>
                                  </p:stCondLst>
                                  <p:childTnLst>
                                    <p:set>
                                      <p:cBhvr>
                                        <p:cTn id="68" dur="1" fill="hold">
                                          <p:stCondLst>
                                            <p:cond delay="0"/>
                                          </p:stCondLst>
                                        </p:cTn>
                                        <p:tgtEl>
                                          <p:spTgt spid="232455"/>
                                        </p:tgtEl>
                                        <p:attrNameLst>
                                          <p:attrName>style.visibility</p:attrName>
                                        </p:attrNameLst>
                                      </p:cBhvr>
                                      <p:to>
                                        <p:strVal val="visible"/>
                                      </p:to>
                                    </p:set>
                                    <p:anim calcmode="lin" valueType="num">
                                      <p:cBhvr additive="base">
                                        <p:cTn id="69" dur="500" fill="hold"/>
                                        <p:tgtEl>
                                          <p:spTgt spid="232455"/>
                                        </p:tgtEl>
                                        <p:attrNameLst>
                                          <p:attrName>ppt_x</p:attrName>
                                        </p:attrNameLst>
                                      </p:cBhvr>
                                      <p:tavLst>
                                        <p:tav tm="0">
                                          <p:val>
                                            <p:strVal val="#ppt_x"/>
                                          </p:val>
                                        </p:tav>
                                        <p:tav tm="100000">
                                          <p:val>
                                            <p:strVal val="#ppt_x"/>
                                          </p:val>
                                        </p:tav>
                                      </p:tavLst>
                                    </p:anim>
                                    <p:anim calcmode="lin" valueType="num">
                                      <p:cBhvr additive="base">
                                        <p:cTn id="70" dur="500" fill="hold"/>
                                        <p:tgtEl>
                                          <p:spTgt spid="232455"/>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4" fill="hold" nodeType="clickEffect">
                                  <p:stCondLst>
                                    <p:cond delay="0"/>
                                  </p:stCondLst>
                                  <p:childTnLst>
                                    <p:set>
                                      <p:cBhvr>
                                        <p:cTn id="74" dur="1" fill="hold">
                                          <p:stCondLst>
                                            <p:cond delay="0"/>
                                          </p:stCondLst>
                                        </p:cTn>
                                        <p:tgtEl>
                                          <p:spTgt spid="232451">
                                            <p:txEl>
                                              <p:pRg st="4" end="4"/>
                                            </p:txEl>
                                          </p:spTgt>
                                        </p:tgtEl>
                                        <p:attrNameLst>
                                          <p:attrName>style.visibility</p:attrName>
                                        </p:attrNameLst>
                                      </p:cBhvr>
                                      <p:to>
                                        <p:strVal val="visible"/>
                                      </p:to>
                                    </p:set>
                                    <p:anim calcmode="lin" valueType="num">
                                      <p:cBhvr additive="base">
                                        <p:cTn id="75" dur="500" fill="hold"/>
                                        <p:tgtEl>
                                          <p:spTgt spid="232451">
                                            <p:txEl>
                                              <p:pRg st="4" end="4"/>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2324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nodeType="clickEffect">
                                  <p:stCondLst>
                                    <p:cond delay="0"/>
                                  </p:stCondLst>
                                  <p:childTnLst>
                                    <p:set>
                                      <p:cBhvr>
                                        <p:cTn id="80" dur="1" fill="hold">
                                          <p:stCondLst>
                                            <p:cond delay="0"/>
                                          </p:stCondLst>
                                        </p:cTn>
                                        <p:tgtEl>
                                          <p:spTgt spid="232461"/>
                                        </p:tgtEl>
                                        <p:attrNameLst>
                                          <p:attrName>style.visibility</p:attrName>
                                        </p:attrNameLst>
                                      </p:cBhvr>
                                      <p:to>
                                        <p:strVal val="visible"/>
                                      </p:to>
                                    </p:set>
                                    <p:anim calcmode="lin" valueType="num">
                                      <p:cBhvr additive="base">
                                        <p:cTn id="81" dur="500" fill="hold"/>
                                        <p:tgtEl>
                                          <p:spTgt spid="232461"/>
                                        </p:tgtEl>
                                        <p:attrNameLst>
                                          <p:attrName>ppt_x</p:attrName>
                                        </p:attrNameLst>
                                      </p:cBhvr>
                                      <p:tavLst>
                                        <p:tav tm="0">
                                          <p:val>
                                            <p:strVal val="#ppt_x"/>
                                          </p:val>
                                        </p:tav>
                                        <p:tav tm="100000">
                                          <p:val>
                                            <p:strVal val="#ppt_x"/>
                                          </p:val>
                                        </p:tav>
                                      </p:tavLst>
                                    </p:anim>
                                    <p:anim calcmode="lin" valueType="num">
                                      <p:cBhvr additive="base">
                                        <p:cTn id="82" dur="500" fill="hold"/>
                                        <p:tgtEl>
                                          <p:spTgt spid="232461"/>
                                        </p:tgtEl>
                                        <p:attrNameLst>
                                          <p:attrName>ppt_y</p:attrName>
                                        </p:attrNameLst>
                                      </p:cBhvr>
                                      <p:tavLst>
                                        <p:tav tm="0">
                                          <p:val>
                                            <p:strVal val="1+#ppt_h/2"/>
                                          </p:val>
                                        </p:tav>
                                        <p:tav tm="100000">
                                          <p:val>
                                            <p:strVal val="#ppt_y"/>
                                          </p:val>
                                        </p:tav>
                                      </p:tavLst>
                                    </p:anim>
                                  </p:childTnLst>
                                </p:cTn>
                              </p:par>
                            </p:childTnLst>
                          </p:cTn>
                        </p:par>
                        <p:par>
                          <p:cTn id="83" fill="hold" nodeType="afterGroup">
                            <p:stCondLst>
                              <p:cond delay="500"/>
                            </p:stCondLst>
                            <p:childTnLst>
                              <p:par>
                                <p:cTn id="84" presetID="2" presetClass="entr" presetSubtype="4" fill="hold" nodeType="afterEffect">
                                  <p:stCondLst>
                                    <p:cond delay="0"/>
                                  </p:stCondLst>
                                  <p:childTnLst>
                                    <p:set>
                                      <p:cBhvr>
                                        <p:cTn id="85" dur="1" fill="hold">
                                          <p:stCondLst>
                                            <p:cond delay="0"/>
                                          </p:stCondLst>
                                        </p:cTn>
                                        <p:tgtEl>
                                          <p:spTgt spid="232456"/>
                                        </p:tgtEl>
                                        <p:attrNameLst>
                                          <p:attrName>style.visibility</p:attrName>
                                        </p:attrNameLst>
                                      </p:cBhvr>
                                      <p:to>
                                        <p:strVal val="visible"/>
                                      </p:to>
                                    </p:set>
                                    <p:anim calcmode="lin" valueType="num">
                                      <p:cBhvr additive="base">
                                        <p:cTn id="86" dur="500" fill="hold"/>
                                        <p:tgtEl>
                                          <p:spTgt spid="232456"/>
                                        </p:tgtEl>
                                        <p:attrNameLst>
                                          <p:attrName>ppt_x</p:attrName>
                                        </p:attrNameLst>
                                      </p:cBhvr>
                                      <p:tavLst>
                                        <p:tav tm="0">
                                          <p:val>
                                            <p:strVal val="#ppt_x"/>
                                          </p:val>
                                        </p:tav>
                                        <p:tav tm="100000">
                                          <p:val>
                                            <p:strVal val="#ppt_x"/>
                                          </p:val>
                                        </p:tav>
                                      </p:tavLst>
                                    </p:anim>
                                    <p:anim calcmode="lin" valueType="num">
                                      <p:cBhvr additive="base">
                                        <p:cTn id="87" dur="500" fill="hold"/>
                                        <p:tgtEl>
                                          <p:spTgt spid="232456"/>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4" fill="hold" nodeType="clickEffect">
                                  <p:stCondLst>
                                    <p:cond delay="0"/>
                                  </p:stCondLst>
                                  <p:childTnLst>
                                    <p:set>
                                      <p:cBhvr>
                                        <p:cTn id="91" dur="1" fill="hold">
                                          <p:stCondLst>
                                            <p:cond delay="0"/>
                                          </p:stCondLst>
                                        </p:cTn>
                                        <p:tgtEl>
                                          <p:spTgt spid="232451">
                                            <p:txEl>
                                              <p:pRg st="5" end="5"/>
                                            </p:txEl>
                                          </p:spTgt>
                                        </p:tgtEl>
                                        <p:attrNameLst>
                                          <p:attrName>style.visibility</p:attrName>
                                        </p:attrNameLst>
                                      </p:cBhvr>
                                      <p:to>
                                        <p:strVal val="visible"/>
                                      </p:to>
                                    </p:set>
                                    <p:anim calcmode="lin" valueType="num">
                                      <p:cBhvr additive="base">
                                        <p:cTn id="92" dur="500" fill="hold"/>
                                        <p:tgtEl>
                                          <p:spTgt spid="232451">
                                            <p:txEl>
                                              <p:pRg st="5" end="5"/>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2324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4" fill="hold" nodeType="clickEffect">
                                  <p:stCondLst>
                                    <p:cond delay="0"/>
                                  </p:stCondLst>
                                  <p:childTnLst>
                                    <p:set>
                                      <p:cBhvr>
                                        <p:cTn id="97" dur="1" fill="hold">
                                          <p:stCondLst>
                                            <p:cond delay="0"/>
                                          </p:stCondLst>
                                        </p:cTn>
                                        <p:tgtEl>
                                          <p:spTgt spid="232462"/>
                                        </p:tgtEl>
                                        <p:attrNameLst>
                                          <p:attrName>style.visibility</p:attrName>
                                        </p:attrNameLst>
                                      </p:cBhvr>
                                      <p:to>
                                        <p:strVal val="visible"/>
                                      </p:to>
                                    </p:set>
                                    <p:anim calcmode="lin" valueType="num">
                                      <p:cBhvr additive="base">
                                        <p:cTn id="98" dur="500" fill="hold"/>
                                        <p:tgtEl>
                                          <p:spTgt spid="232462"/>
                                        </p:tgtEl>
                                        <p:attrNameLst>
                                          <p:attrName>ppt_x</p:attrName>
                                        </p:attrNameLst>
                                      </p:cBhvr>
                                      <p:tavLst>
                                        <p:tav tm="0">
                                          <p:val>
                                            <p:strVal val="#ppt_x"/>
                                          </p:val>
                                        </p:tav>
                                        <p:tav tm="100000">
                                          <p:val>
                                            <p:strVal val="#ppt_x"/>
                                          </p:val>
                                        </p:tav>
                                      </p:tavLst>
                                    </p:anim>
                                    <p:anim calcmode="lin" valueType="num">
                                      <p:cBhvr additive="base">
                                        <p:cTn id="99" dur="500" fill="hold"/>
                                        <p:tgtEl>
                                          <p:spTgt spid="232462"/>
                                        </p:tgtEl>
                                        <p:attrNameLst>
                                          <p:attrName>ppt_y</p:attrName>
                                        </p:attrNameLst>
                                      </p:cBhvr>
                                      <p:tavLst>
                                        <p:tav tm="0">
                                          <p:val>
                                            <p:strVal val="1+#ppt_h/2"/>
                                          </p:val>
                                        </p:tav>
                                        <p:tav tm="100000">
                                          <p:val>
                                            <p:strVal val="#ppt_y"/>
                                          </p:val>
                                        </p:tav>
                                      </p:tavLst>
                                    </p:anim>
                                  </p:childTnLst>
                                </p:cTn>
                              </p:par>
                            </p:childTnLst>
                          </p:cTn>
                        </p:par>
                        <p:par>
                          <p:cTn id="100" fill="hold" nodeType="afterGroup">
                            <p:stCondLst>
                              <p:cond delay="500"/>
                            </p:stCondLst>
                            <p:childTnLst>
                              <p:par>
                                <p:cTn id="101" presetID="2" presetClass="entr" presetSubtype="4" fill="hold" nodeType="afterEffect">
                                  <p:stCondLst>
                                    <p:cond delay="0"/>
                                  </p:stCondLst>
                                  <p:childTnLst>
                                    <p:set>
                                      <p:cBhvr>
                                        <p:cTn id="102" dur="1" fill="hold">
                                          <p:stCondLst>
                                            <p:cond delay="0"/>
                                          </p:stCondLst>
                                        </p:cTn>
                                        <p:tgtEl>
                                          <p:spTgt spid="232457"/>
                                        </p:tgtEl>
                                        <p:attrNameLst>
                                          <p:attrName>style.visibility</p:attrName>
                                        </p:attrNameLst>
                                      </p:cBhvr>
                                      <p:to>
                                        <p:strVal val="visible"/>
                                      </p:to>
                                    </p:set>
                                    <p:anim calcmode="lin" valueType="num">
                                      <p:cBhvr additive="base">
                                        <p:cTn id="103" dur="500" fill="hold"/>
                                        <p:tgtEl>
                                          <p:spTgt spid="232457"/>
                                        </p:tgtEl>
                                        <p:attrNameLst>
                                          <p:attrName>ppt_x</p:attrName>
                                        </p:attrNameLst>
                                      </p:cBhvr>
                                      <p:tavLst>
                                        <p:tav tm="0">
                                          <p:val>
                                            <p:strVal val="#ppt_x"/>
                                          </p:val>
                                        </p:tav>
                                        <p:tav tm="100000">
                                          <p:val>
                                            <p:strVal val="#ppt_x"/>
                                          </p:val>
                                        </p:tav>
                                      </p:tavLst>
                                    </p:anim>
                                    <p:anim calcmode="lin" valueType="num">
                                      <p:cBhvr additive="base">
                                        <p:cTn id="104" dur="500" fill="hold"/>
                                        <p:tgtEl>
                                          <p:spTgt spid="232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p:bldP spid="232451" grpId="0" build="p"/>
      <p:bldP spid="232452" grpId="0" animBg="1"/>
      <p:bldP spid="232453" grpId="0" animBg="1"/>
      <p:bldP spid="232454" grpId="0" animBg="1"/>
      <p:bldP spid="232455" grpId="0" animBg="1"/>
      <p:bldP spid="232456" grpId="0" animBg="1"/>
      <p:bldP spid="23245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8">
            <a:extLst>
              <a:ext uri="{FF2B5EF4-FFF2-40B4-BE49-F238E27FC236}">
                <a16:creationId xmlns:a16="http://schemas.microsoft.com/office/drawing/2014/main" id="{3A588AB0-F2C9-374E-11EE-3DF033A288D9}"/>
              </a:ext>
            </a:extLst>
          </p:cNvPr>
          <p:cNvSpPr>
            <a:spLocks noGrp="1" noChangeArrowheads="1"/>
          </p:cNvSpPr>
          <p:nvPr>
            <p:ph type="title"/>
          </p:nvPr>
        </p:nvSpPr>
        <p:spPr>
          <a:xfrm>
            <a:off x="2063750" y="430213"/>
            <a:ext cx="6870700" cy="838200"/>
          </a:xfrm>
        </p:spPr>
        <p:txBody>
          <a:bodyPr/>
          <a:lstStyle/>
          <a:p>
            <a:pPr eaLnBrk="1" hangingPunct="1"/>
            <a:r>
              <a:rPr lang="en-US" altLang="en-US" sz="4000" b="1" dirty="0">
                <a:solidFill>
                  <a:schemeClr val="bg1"/>
                </a:solidFill>
              </a:rPr>
              <a:t>3-Coding the Program</a:t>
            </a:r>
          </a:p>
        </p:txBody>
      </p:sp>
      <p:sp>
        <p:nvSpPr>
          <p:cNvPr id="41989" name="Rectangle 9" descr="Rectangle: Click to edit Master text styles&#10;Second level&#10;Third level&#10;Fourth level&#10;Fifth level">
            <a:extLst>
              <a:ext uri="{FF2B5EF4-FFF2-40B4-BE49-F238E27FC236}">
                <a16:creationId xmlns:a16="http://schemas.microsoft.com/office/drawing/2014/main" id="{3814916D-9CC0-246E-14A7-C118D3AA76B8}"/>
              </a:ext>
            </a:extLst>
          </p:cNvPr>
          <p:cNvSpPr>
            <a:spLocks noGrp="1" noChangeArrowheads="1"/>
          </p:cNvSpPr>
          <p:nvPr>
            <p:ph sz="quarter" idx="1"/>
          </p:nvPr>
        </p:nvSpPr>
        <p:spPr>
          <a:xfrm>
            <a:off x="1752601" y="1700213"/>
            <a:ext cx="8736013" cy="4114800"/>
          </a:xfrm>
        </p:spPr>
        <p:txBody>
          <a:bodyPr/>
          <a:lstStyle/>
          <a:p>
            <a:pPr eaLnBrk="1" hangingPunct="1"/>
            <a:r>
              <a:rPr lang="en-US" altLang="en-US" sz="2800"/>
              <a:t>Coding is writing the program in a formal language called </a:t>
            </a:r>
            <a:r>
              <a:rPr lang="en-US" altLang="en-US" sz="2800">
                <a:solidFill>
                  <a:srgbClr val="FF0000"/>
                </a:solidFill>
              </a:rPr>
              <a:t>Programming Language</a:t>
            </a:r>
            <a:r>
              <a:rPr lang="en-US" altLang="en-US" sz="2800"/>
              <a:t>.</a:t>
            </a:r>
          </a:p>
          <a:p>
            <a:pPr lvl="2" eaLnBrk="1" hangingPunct="1"/>
            <a:r>
              <a:rPr lang="en-US" altLang="en-US" sz="2000" b="1"/>
              <a:t>Programming Language :</a:t>
            </a:r>
            <a:r>
              <a:rPr lang="en-US" altLang="en-US" sz="2000"/>
              <a:t> A set of rules, symbols and special words used to write statements.</a:t>
            </a:r>
          </a:p>
          <a:p>
            <a:pPr eaLnBrk="1" hangingPunct="1"/>
            <a:r>
              <a:rPr lang="en-US" altLang="en-US" sz="2800"/>
              <a:t>The program is written by translating the algorithm steps into a programming language statements.</a:t>
            </a:r>
          </a:p>
          <a:p>
            <a:pPr eaLnBrk="1" hangingPunct="1"/>
            <a:r>
              <a:rPr lang="en-US" altLang="en-US" sz="2800"/>
              <a:t>The written program is called </a:t>
            </a:r>
            <a:r>
              <a:rPr lang="en-US" altLang="en-US" sz="2800" b="1" i="1">
                <a:solidFill>
                  <a:schemeClr val="tx2"/>
                </a:solidFill>
              </a:rPr>
              <a:t>Source code </a:t>
            </a:r>
            <a:r>
              <a:rPr lang="en-US" altLang="en-US" sz="2800"/>
              <a:t>and it is saved in a file with “.cpp” extension.</a:t>
            </a:r>
          </a:p>
          <a:p>
            <a:pPr eaLnBrk="1" hangingPunct="1"/>
            <a:endParaRPr lang="en-US" altLang="en-US" sz="2800"/>
          </a:p>
          <a:p>
            <a:pPr eaLnBrk="1" hangingPunct="1"/>
            <a:endParaRPr lang="en-US" altLang="en-US" sz="2800"/>
          </a:p>
        </p:txBody>
      </p:sp>
      <p:grpSp>
        <p:nvGrpSpPr>
          <p:cNvPr id="41990" name="Group 14">
            <a:extLst>
              <a:ext uri="{FF2B5EF4-FFF2-40B4-BE49-F238E27FC236}">
                <a16:creationId xmlns:a16="http://schemas.microsoft.com/office/drawing/2014/main" id="{074BCF52-869E-EB87-411A-74EE8104A591}"/>
              </a:ext>
            </a:extLst>
          </p:cNvPr>
          <p:cNvGrpSpPr>
            <a:grpSpLocks/>
          </p:cNvGrpSpPr>
          <p:nvPr/>
        </p:nvGrpSpPr>
        <p:grpSpPr bwMode="auto">
          <a:xfrm>
            <a:off x="5760099" y="4922838"/>
            <a:ext cx="3046413" cy="1784350"/>
            <a:chOff x="1728" y="2928"/>
            <a:chExt cx="1919" cy="1124"/>
          </a:xfrm>
        </p:grpSpPr>
        <p:sp>
          <p:nvSpPr>
            <p:cNvPr id="41991" name="Line 2">
              <a:extLst>
                <a:ext uri="{FF2B5EF4-FFF2-40B4-BE49-F238E27FC236}">
                  <a16:creationId xmlns:a16="http://schemas.microsoft.com/office/drawing/2014/main" id="{CAB32522-F5C6-01B6-2C6F-07275DF581A3}"/>
                </a:ext>
              </a:extLst>
            </p:cNvPr>
            <p:cNvSpPr>
              <a:spLocks noChangeShapeType="1"/>
            </p:cNvSpPr>
            <p:nvPr/>
          </p:nvSpPr>
          <p:spPr bwMode="auto">
            <a:xfrm>
              <a:off x="3168" y="3120"/>
              <a:ext cx="0"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PK"/>
            </a:p>
          </p:txBody>
        </p:sp>
        <p:sp>
          <p:nvSpPr>
            <p:cNvPr id="41992" name="Text Box 3">
              <a:extLst>
                <a:ext uri="{FF2B5EF4-FFF2-40B4-BE49-F238E27FC236}">
                  <a16:creationId xmlns:a16="http://schemas.microsoft.com/office/drawing/2014/main" id="{E3E31DFE-5986-D39E-BB1F-B392911F5EBD}"/>
                </a:ext>
              </a:extLst>
            </p:cNvPr>
            <p:cNvSpPr txBox="1">
              <a:spLocks noChangeArrowheads="1"/>
            </p:cNvSpPr>
            <p:nvPr/>
          </p:nvSpPr>
          <p:spPr bwMode="auto">
            <a:xfrm>
              <a:off x="1826" y="3648"/>
              <a:ext cx="6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rgbClr val="FF0000"/>
                  </a:solidFill>
                  <a:latin typeface="Comic Sans MS" panose="030F0702030302020204" pitchFamily="66" charset="0"/>
                </a:rPr>
                <a:t>Program</a:t>
              </a:r>
            </a:p>
          </p:txBody>
        </p:sp>
        <p:sp>
          <p:nvSpPr>
            <p:cNvPr id="41993" name="Line 4">
              <a:extLst>
                <a:ext uri="{FF2B5EF4-FFF2-40B4-BE49-F238E27FC236}">
                  <a16:creationId xmlns:a16="http://schemas.microsoft.com/office/drawing/2014/main" id="{FF0F34D4-ED86-2792-0517-229F136F3766}"/>
                </a:ext>
              </a:extLst>
            </p:cNvPr>
            <p:cNvSpPr>
              <a:spLocks noChangeShapeType="1"/>
            </p:cNvSpPr>
            <p:nvPr/>
          </p:nvSpPr>
          <p:spPr bwMode="auto">
            <a:xfrm>
              <a:off x="2160" y="3120"/>
              <a:ext cx="0"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PK"/>
            </a:p>
          </p:txBody>
        </p:sp>
        <p:grpSp>
          <p:nvGrpSpPr>
            <p:cNvPr id="41994" name="Group 5">
              <a:extLst>
                <a:ext uri="{FF2B5EF4-FFF2-40B4-BE49-F238E27FC236}">
                  <a16:creationId xmlns:a16="http://schemas.microsoft.com/office/drawing/2014/main" id="{117D3075-A720-3FC9-015B-43EB4DB1488C}"/>
                </a:ext>
              </a:extLst>
            </p:cNvPr>
            <p:cNvGrpSpPr>
              <a:grpSpLocks/>
            </p:cNvGrpSpPr>
            <p:nvPr/>
          </p:nvGrpSpPr>
          <p:grpSpPr bwMode="auto">
            <a:xfrm>
              <a:off x="1728" y="3216"/>
              <a:ext cx="864" cy="336"/>
              <a:chOff x="1728" y="3360"/>
              <a:chExt cx="864" cy="336"/>
            </a:xfrm>
          </p:grpSpPr>
          <p:sp>
            <p:nvSpPr>
              <p:cNvPr id="41999" name="Oval 6">
                <a:extLst>
                  <a:ext uri="{FF2B5EF4-FFF2-40B4-BE49-F238E27FC236}">
                    <a16:creationId xmlns:a16="http://schemas.microsoft.com/office/drawing/2014/main" id="{D49FDE43-5393-FF14-2B13-FCAAC67FEA52}"/>
                  </a:ext>
                </a:extLst>
              </p:cNvPr>
              <p:cNvSpPr>
                <a:spLocks noChangeArrowheads="1"/>
              </p:cNvSpPr>
              <p:nvPr/>
            </p:nvSpPr>
            <p:spPr bwMode="auto">
              <a:xfrm>
                <a:off x="1728" y="3360"/>
                <a:ext cx="864" cy="336"/>
              </a:xfrm>
              <a:prstGeom prst="ellipse">
                <a:avLst/>
              </a:prstGeom>
              <a:solidFill>
                <a:schemeClr val="accent1"/>
              </a:solidFill>
              <a:ln w="9525">
                <a:solidFill>
                  <a:schemeClr val="tx1"/>
                </a:solidFill>
                <a:round/>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p>
            </p:txBody>
          </p:sp>
          <p:sp>
            <p:nvSpPr>
              <p:cNvPr id="42000" name="Text Box 7">
                <a:extLst>
                  <a:ext uri="{FF2B5EF4-FFF2-40B4-BE49-F238E27FC236}">
                    <a16:creationId xmlns:a16="http://schemas.microsoft.com/office/drawing/2014/main" id="{F619263F-01F2-0AA8-0732-19E5F9472B0B}"/>
                  </a:ext>
                </a:extLst>
              </p:cNvPr>
              <p:cNvSpPr txBox="1">
                <a:spLocks noChangeArrowheads="1"/>
              </p:cNvSpPr>
              <p:nvPr/>
            </p:nvSpPr>
            <p:spPr bwMode="auto">
              <a:xfrm>
                <a:off x="1882" y="3412"/>
                <a:ext cx="5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chemeClr val="tx2"/>
                    </a:solidFill>
                    <a:latin typeface="Comic Sans MS" panose="030F0702030302020204" pitchFamily="66" charset="0"/>
                  </a:rPr>
                  <a:t>Coding</a:t>
                </a:r>
              </a:p>
            </p:txBody>
          </p:sp>
        </p:grpSp>
        <p:sp>
          <p:nvSpPr>
            <p:cNvPr id="41995" name="Text Box 10">
              <a:extLst>
                <a:ext uri="{FF2B5EF4-FFF2-40B4-BE49-F238E27FC236}">
                  <a16:creationId xmlns:a16="http://schemas.microsoft.com/office/drawing/2014/main" id="{44C12EBC-D2E8-9D07-76A0-55D7CCE845FF}"/>
                </a:ext>
              </a:extLst>
            </p:cNvPr>
            <p:cNvSpPr txBox="1">
              <a:spLocks noChangeArrowheads="1"/>
            </p:cNvSpPr>
            <p:nvPr/>
          </p:nvSpPr>
          <p:spPr bwMode="auto">
            <a:xfrm>
              <a:off x="1768" y="2928"/>
              <a:ext cx="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dirty="0">
                  <a:solidFill>
                    <a:srgbClr val="FF0000"/>
                  </a:solidFill>
                  <a:latin typeface="Comic Sans MS" panose="030F0702030302020204" pitchFamily="66" charset="0"/>
                </a:rPr>
                <a:t>Algorithm</a:t>
              </a:r>
            </a:p>
          </p:txBody>
        </p:sp>
        <p:sp>
          <p:nvSpPr>
            <p:cNvPr id="41996" name="Text Box 11">
              <a:extLst>
                <a:ext uri="{FF2B5EF4-FFF2-40B4-BE49-F238E27FC236}">
                  <a16:creationId xmlns:a16="http://schemas.microsoft.com/office/drawing/2014/main" id="{DD654113-449D-1FC6-F969-646F57E63A4D}"/>
                </a:ext>
              </a:extLst>
            </p:cNvPr>
            <p:cNvSpPr txBox="1">
              <a:spLocks noChangeArrowheads="1"/>
            </p:cNvSpPr>
            <p:nvPr/>
          </p:nvSpPr>
          <p:spPr bwMode="auto">
            <a:xfrm>
              <a:off x="2693" y="2928"/>
              <a:ext cx="8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a:solidFill>
                    <a:schemeClr val="hlink"/>
                  </a:solidFill>
                  <a:latin typeface="Comic Sans MS" panose="030F0702030302020204" pitchFamily="66" charset="0"/>
                </a:rPr>
                <a:t>Pseudocode</a:t>
              </a:r>
            </a:p>
          </p:txBody>
        </p:sp>
        <p:sp>
          <p:nvSpPr>
            <p:cNvPr id="41997" name="Text Box 12">
              <a:extLst>
                <a:ext uri="{FF2B5EF4-FFF2-40B4-BE49-F238E27FC236}">
                  <a16:creationId xmlns:a16="http://schemas.microsoft.com/office/drawing/2014/main" id="{5D6278DF-A11F-D116-8CA4-0E2BCE8A329D}"/>
                </a:ext>
              </a:extLst>
            </p:cNvPr>
            <p:cNvSpPr txBox="1">
              <a:spLocks noChangeArrowheads="1"/>
            </p:cNvSpPr>
            <p:nvPr/>
          </p:nvSpPr>
          <p:spPr bwMode="auto">
            <a:xfrm>
              <a:off x="2688" y="3648"/>
              <a:ext cx="95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chemeClr val="hlink"/>
                  </a:solidFill>
                  <a:latin typeface="Comic Sans MS" panose="030F0702030302020204" pitchFamily="66" charset="0"/>
                </a:rPr>
                <a:t>Source Code</a:t>
              </a:r>
            </a:p>
            <a:p>
              <a:pPr algn="ctr" eaLnBrk="1" hangingPunct="1">
                <a:spcBef>
                  <a:spcPct val="0"/>
                </a:spcBef>
                <a:buClrTx/>
                <a:buSzTx/>
                <a:buFontTx/>
                <a:buNone/>
              </a:pPr>
              <a:r>
                <a:rPr lang="en-US" altLang="en-US" sz="1800">
                  <a:solidFill>
                    <a:schemeClr val="hlink"/>
                  </a:solidFill>
                  <a:latin typeface="Comic Sans MS" panose="030F0702030302020204" pitchFamily="66" charset="0"/>
                </a:rPr>
                <a:t>(The “.cpp”)</a:t>
              </a:r>
            </a:p>
          </p:txBody>
        </p:sp>
        <p:sp>
          <p:nvSpPr>
            <p:cNvPr id="41998" name="Rectangle 13">
              <a:extLst>
                <a:ext uri="{FF2B5EF4-FFF2-40B4-BE49-F238E27FC236}">
                  <a16:creationId xmlns:a16="http://schemas.microsoft.com/office/drawing/2014/main" id="{AE93808A-4BCE-87D1-0B1F-81DF7EE5BC22}"/>
                </a:ext>
              </a:extLst>
            </p:cNvPr>
            <p:cNvSpPr>
              <a:spLocks noChangeArrowheads="1"/>
            </p:cNvSpPr>
            <p:nvPr/>
          </p:nvSpPr>
          <p:spPr bwMode="auto">
            <a:xfrm>
              <a:off x="2731" y="3264"/>
              <a:ext cx="874" cy="23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a:solidFill>
                    <a:schemeClr val="tx2"/>
                  </a:solidFill>
                  <a:latin typeface="Comic Sans MS" panose="030F0702030302020204" pitchFamily="66" charset="0"/>
                </a:rPr>
                <a:t>Translating</a:t>
              </a:r>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7F98E0E-EFA8-CB73-2429-1BD0CAD96CB5}"/>
              </a:ext>
            </a:extLst>
          </p:cNvPr>
          <p:cNvSpPr>
            <a:spLocks noGrp="1" noChangeArrowheads="1"/>
          </p:cNvSpPr>
          <p:nvPr>
            <p:ph type="title"/>
          </p:nvPr>
        </p:nvSpPr>
        <p:spPr>
          <a:xfrm>
            <a:off x="1752600" y="381000"/>
            <a:ext cx="8915400" cy="914400"/>
          </a:xfrm>
        </p:spPr>
        <p:txBody>
          <a:bodyPr/>
          <a:lstStyle/>
          <a:p>
            <a:pPr eaLnBrk="1" hangingPunct="1"/>
            <a:r>
              <a:rPr lang="en-US" altLang="en-US" sz="3600" b="1" dirty="0">
                <a:solidFill>
                  <a:schemeClr val="bg1"/>
                </a:solidFill>
              </a:rPr>
              <a:t>Why Coding in Programming Languages</a:t>
            </a:r>
          </a:p>
        </p:txBody>
      </p:sp>
      <p:sp>
        <p:nvSpPr>
          <p:cNvPr id="44037" name="Rectangle 3" descr="Rectangle: Click to edit Master text styles&#10;Second level&#10;Third level&#10;Fourth level&#10;Fifth level">
            <a:extLst>
              <a:ext uri="{FF2B5EF4-FFF2-40B4-BE49-F238E27FC236}">
                <a16:creationId xmlns:a16="http://schemas.microsoft.com/office/drawing/2014/main" id="{76A62A1F-4F48-781E-8864-99450384AEA0}"/>
              </a:ext>
            </a:extLst>
          </p:cNvPr>
          <p:cNvSpPr>
            <a:spLocks noGrp="1" noChangeArrowheads="1"/>
          </p:cNvSpPr>
          <p:nvPr>
            <p:ph sz="quarter" idx="1"/>
          </p:nvPr>
        </p:nvSpPr>
        <p:spPr>
          <a:xfrm>
            <a:off x="2438400" y="1752600"/>
            <a:ext cx="7772400" cy="4572000"/>
          </a:xfrm>
        </p:spPr>
        <p:txBody>
          <a:bodyPr/>
          <a:lstStyle/>
          <a:p>
            <a:pPr eaLnBrk="1" hangingPunct="1">
              <a:lnSpc>
                <a:spcPct val="80000"/>
              </a:lnSpc>
            </a:pPr>
            <a:r>
              <a:rPr lang="en-US" altLang="en-US" sz="2800"/>
              <a:t>We write computer programs (i.e. a set of instructions) in programming languages such as C, C++, and Java.</a:t>
            </a:r>
          </a:p>
          <a:p>
            <a:pPr eaLnBrk="1" hangingPunct="1">
              <a:lnSpc>
                <a:spcPct val="80000"/>
              </a:lnSpc>
            </a:pPr>
            <a:endParaRPr lang="en-US" altLang="en-US" sz="2800"/>
          </a:p>
          <a:p>
            <a:pPr eaLnBrk="1" hangingPunct="1">
              <a:lnSpc>
                <a:spcPct val="80000"/>
              </a:lnSpc>
            </a:pPr>
            <a:r>
              <a:rPr lang="en-US" altLang="en-US" sz="2800"/>
              <a:t>We use these programming languages because they are easily understood by humans</a:t>
            </a:r>
          </a:p>
          <a:p>
            <a:pPr eaLnBrk="1" hangingPunct="1">
              <a:lnSpc>
                <a:spcPct val="80000"/>
              </a:lnSpc>
            </a:pPr>
            <a:endParaRPr lang="en-US" altLang="en-US" sz="2800"/>
          </a:p>
          <a:p>
            <a:pPr eaLnBrk="1" hangingPunct="1">
              <a:lnSpc>
                <a:spcPct val="80000"/>
              </a:lnSpc>
            </a:pPr>
            <a:r>
              <a:rPr lang="en-US" altLang="en-US" sz="2800"/>
              <a:t>But then how does the computer understand the instructions that we write?</a:t>
            </a:r>
          </a:p>
          <a:p>
            <a:pPr eaLnBrk="1" hangingPunct="1">
              <a:lnSpc>
                <a:spcPct val="80000"/>
              </a:lnSpc>
            </a:pPr>
            <a:endParaRPr lang="en-US" altLang="en-US" sz="28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4D3CFFD-0709-DF5C-BC5F-5035B19781C8}"/>
              </a:ext>
            </a:extLst>
          </p:cNvPr>
          <p:cNvSpPr>
            <a:spLocks noGrp="1" noChangeArrowheads="1"/>
          </p:cNvSpPr>
          <p:nvPr>
            <p:ph type="title"/>
          </p:nvPr>
        </p:nvSpPr>
        <p:spPr>
          <a:xfrm>
            <a:off x="2076450" y="430213"/>
            <a:ext cx="8915400" cy="838200"/>
          </a:xfrm>
        </p:spPr>
        <p:txBody>
          <a:bodyPr/>
          <a:lstStyle/>
          <a:p>
            <a:pPr eaLnBrk="1" hangingPunct="1"/>
            <a:r>
              <a:rPr lang="en-US" altLang="en-US" b="1" dirty="0">
                <a:solidFill>
                  <a:schemeClr val="bg1"/>
                </a:solidFill>
              </a:rPr>
              <a:t>4-Compiling Computer Programs</a:t>
            </a:r>
            <a:endParaRPr lang="en-US" altLang="en-US" dirty="0">
              <a:solidFill>
                <a:schemeClr val="bg1"/>
              </a:solidFill>
            </a:endParaRPr>
          </a:p>
        </p:txBody>
      </p:sp>
      <p:sp>
        <p:nvSpPr>
          <p:cNvPr id="18438" name="Rectangle 3" descr="Rectangle: Click to edit Master text styles&#10;Second level&#10;Third level&#10;Fourth level&#10;Fifth level">
            <a:extLst>
              <a:ext uri="{FF2B5EF4-FFF2-40B4-BE49-F238E27FC236}">
                <a16:creationId xmlns:a16="http://schemas.microsoft.com/office/drawing/2014/main" id="{F5CBAD87-8897-88A0-A48D-6BDE2C4DBFD1}"/>
              </a:ext>
            </a:extLst>
          </p:cNvPr>
          <p:cNvSpPr>
            <a:spLocks noGrp="1" noChangeArrowheads="1"/>
          </p:cNvSpPr>
          <p:nvPr>
            <p:ph sz="quarter" idx="1"/>
          </p:nvPr>
        </p:nvSpPr>
        <p:spPr>
          <a:xfrm>
            <a:off x="2286000" y="1524000"/>
            <a:ext cx="7492482" cy="2954694"/>
          </a:xfrm>
        </p:spPr>
        <p:txBody>
          <a:bodyPr>
            <a:normAutofit fontScale="85000" lnSpcReduction="20000"/>
          </a:bodyPr>
          <a:lstStyle/>
          <a:p>
            <a:pPr marL="320040" indent="-320040">
              <a:buFont typeface="Wingdings"/>
              <a:buChar char=""/>
              <a:defRPr/>
            </a:pPr>
            <a:r>
              <a:rPr lang="en-US" sz="2800" i="1" dirty="0">
                <a:solidFill>
                  <a:srgbClr val="FF0000"/>
                </a:solidFill>
              </a:rPr>
              <a:t>Computers do not understand</a:t>
            </a:r>
            <a:r>
              <a:rPr lang="en-US" sz="2800" dirty="0"/>
              <a:t> programs written in </a:t>
            </a:r>
            <a:r>
              <a:rPr lang="en-US" sz="2800" i="1" dirty="0">
                <a:solidFill>
                  <a:srgbClr val="FF0000"/>
                </a:solidFill>
              </a:rPr>
              <a:t>programming languages</a:t>
            </a:r>
            <a:r>
              <a:rPr lang="en-US" sz="2800" dirty="0"/>
              <a:t> such as  C, C++ and Java</a:t>
            </a:r>
          </a:p>
          <a:p>
            <a:pPr marL="320040" indent="-320040">
              <a:buFont typeface="Wingdings"/>
              <a:buChar char=""/>
              <a:defRPr/>
            </a:pPr>
            <a:r>
              <a:rPr lang="en-US" sz="2800" i="1" dirty="0"/>
              <a:t>Programs</a:t>
            </a:r>
            <a:r>
              <a:rPr lang="en-US" sz="2800" dirty="0"/>
              <a:t> must first be </a:t>
            </a:r>
            <a:r>
              <a:rPr lang="en-US" sz="2800" i="1" dirty="0">
                <a:solidFill>
                  <a:srgbClr val="FF0000"/>
                </a:solidFill>
              </a:rPr>
              <a:t>converted</a:t>
            </a:r>
            <a:r>
              <a:rPr lang="en-US" sz="2800" dirty="0"/>
              <a:t> </a:t>
            </a:r>
            <a:r>
              <a:rPr lang="en-US" sz="2800" i="1" dirty="0">
                <a:solidFill>
                  <a:srgbClr val="FF0000"/>
                </a:solidFill>
              </a:rPr>
              <a:t>into</a:t>
            </a:r>
            <a:r>
              <a:rPr lang="en-US" sz="2800" dirty="0"/>
              <a:t> </a:t>
            </a:r>
            <a:r>
              <a:rPr lang="en-US" sz="2800" i="1" dirty="0">
                <a:solidFill>
                  <a:srgbClr val="FF0000"/>
                </a:solidFill>
              </a:rPr>
              <a:t>machine code</a:t>
            </a:r>
            <a:r>
              <a:rPr lang="en-US" sz="2800" dirty="0"/>
              <a:t> that the computer can run</a:t>
            </a:r>
          </a:p>
          <a:p>
            <a:pPr marL="320040" indent="-320040">
              <a:buFont typeface="Wingdings"/>
              <a:buChar char=""/>
              <a:defRPr/>
            </a:pPr>
            <a:r>
              <a:rPr lang="en-US" sz="2800" dirty="0"/>
              <a:t>A Software that </a:t>
            </a:r>
            <a:r>
              <a:rPr lang="en-US" sz="2800" i="1" dirty="0">
                <a:solidFill>
                  <a:srgbClr val="FF0000"/>
                </a:solidFill>
              </a:rPr>
              <a:t>translates</a:t>
            </a:r>
            <a:r>
              <a:rPr lang="en-US" sz="2800" dirty="0"/>
              <a:t> a programming language statements into machine code is called a </a:t>
            </a:r>
            <a:r>
              <a:rPr lang="en-US" sz="2800" b="1" i="1" dirty="0">
                <a:solidFill>
                  <a:schemeClr val="tx2"/>
                </a:solidFill>
              </a:rPr>
              <a:t>compiler</a:t>
            </a:r>
          </a:p>
          <a:p>
            <a:pPr marL="320040" indent="-320040">
              <a:buFont typeface="Wingdings"/>
              <a:buChar char=""/>
              <a:defRPr/>
            </a:pPr>
            <a:r>
              <a:rPr lang="en-US" sz="2800" dirty="0"/>
              <a:t>In C , </a:t>
            </a:r>
            <a:r>
              <a:rPr lang="en-US" sz="2800" b="1" i="1" dirty="0"/>
              <a:t>Preprocessor</a:t>
            </a:r>
            <a:r>
              <a:rPr lang="en-US" sz="2800" b="1" dirty="0">
                <a:solidFill>
                  <a:srgbClr val="FF0000"/>
                </a:solidFill>
              </a:rPr>
              <a:t> </a:t>
            </a:r>
            <a:r>
              <a:rPr lang="en-US" sz="2800" dirty="0"/>
              <a:t>program, execute automatically before the compiler translation phase begin </a:t>
            </a:r>
          </a:p>
          <a:p>
            <a:pPr marL="640080" lvl="1" indent="-274320">
              <a:buFont typeface="Wingdings 2"/>
              <a:buChar char=""/>
              <a:defRPr/>
            </a:pPr>
            <a:r>
              <a:rPr lang="en-US" sz="2400" dirty="0"/>
              <a:t>Preprocessor</a:t>
            </a:r>
            <a:r>
              <a:rPr lang="en-US" sz="2400" b="1" dirty="0">
                <a:solidFill>
                  <a:srgbClr val="FF0000"/>
                </a:solidFill>
              </a:rPr>
              <a:t> </a:t>
            </a:r>
            <a:r>
              <a:rPr lang="en-US" sz="2100" dirty="0">
                <a:solidFill>
                  <a:srgbClr val="000000"/>
                </a:solidFill>
                <a:latin typeface="Times New Roman" pitchFamily="18" charset="0"/>
              </a:rPr>
              <a:t>indicate that certain manipulations are to be performed on the program before compilation.</a:t>
            </a:r>
          </a:p>
          <a:p>
            <a:pPr marL="640080" lvl="1" indent="-274320">
              <a:buNone/>
              <a:defRPr/>
            </a:pPr>
            <a:endParaRPr lang="en-US" sz="2400" dirty="0">
              <a:solidFill>
                <a:srgbClr val="000000"/>
              </a:solidFill>
              <a:latin typeface="Times New Roman" pitchFamily="18" charset="0"/>
            </a:endParaRPr>
          </a:p>
          <a:p>
            <a:pPr marL="320040" indent="-320040">
              <a:buNone/>
              <a:defRPr/>
            </a:pPr>
            <a:endParaRPr lang="en-US" sz="2800" dirty="0"/>
          </a:p>
          <a:p>
            <a:pPr marL="320040" indent="-320040">
              <a:buFont typeface="Wingdings"/>
              <a:buChar char=""/>
              <a:defRPr/>
            </a:pPr>
            <a:endParaRPr lang="en-US" sz="2800" dirty="0"/>
          </a:p>
          <a:p>
            <a:pPr marL="320040" indent="-320040">
              <a:buFont typeface="Wingdings"/>
              <a:buChar char=""/>
              <a:defRPr/>
            </a:pPr>
            <a:endParaRPr lang="en-US" sz="2800" b="1" dirty="0">
              <a:solidFill>
                <a:schemeClr val="tx2"/>
              </a:solidFill>
            </a:endParaRPr>
          </a:p>
        </p:txBody>
      </p:sp>
      <p:grpSp>
        <p:nvGrpSpPr>
          <p:cNvPr id="46086" name="Group 14">
            <a:extLst>
              <a:ext uri="{FF2B5EF4-FFF2-40B4-BE49-F238E27FC236}">
                <a16:creationId xmlns:a16="http://schemas.microsoft.com/office/drawing/2014/main" id="{5212EF76-A64D-C099-D31F-106E0E0C70FA}"/>
              </a:ext>
            </a:extLst>
          </p:cNvPr>
          <p:cNvGrpSpPr>
            <a:grpSpLocks/>
          </p:cNvGrpSpPr>
          <p:nvPr/>
        </p:nvGrpSpPr>
        <p:grpSpPr bwMode="auto">
          <a:xfrm>
            <a:off x="3888631" y="4662666"/>
            <a:ext cx="3233737" cy="1509712"/>
            <a:chOff x="1707" y="2784"/>
            <a:chExt cx="2037" cy="951"/>
          </a:xfrm>
        </p:grpSpPr>
        <p:sp>
          <p:nvSpPr>
            <p:cNvPr id="46087" name="Line 4">
              <a:extLst>
                <a:ext uri="{FF2B5EF4-FFF2-40B4-BE49-F238E27FC236}">
                  <a16:creationId xmlns:a16="http://schemas.microsoft.com/office/drawing/2014/main" id="{3FD535C7-4245-9F34-02F0-962F57EAB02D}"/>
                </a:ext>
              </a:extLst>
            </p:cNvPr>
            <p:cNvSpPr>
              <a:spLocks noChangeShapeType="1"/>
            </p:cNvSpPr>
            <p:nvPr/>
          </p:nvSpPr>
          <p:spPr bwMode="auto">
            <a:xfrm>
              <a:off x="3225" y="2996"/>
              <a:ext cx="0"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PK"/>
            </a:p>
          </p:txBody>
        </p:sp>
        <p:sp>
          <p:nvSpPr>
            <p:cNvPr id="46088" name="Text Box 5">
              <a:extLst>
                <a:ext uri="{FF2B5EF4-FFF2-40B4-BE49-F238E27FC236}">
                  <a16:creationId xmlns:a16="http://schemas.microsoft.com/office/drawing/2014/main" id="{019F4B43-1C95-5D32-B83D-F6784DC6F68A}"/>
                </a:ext>
              </a:extLst>
            </p:cNvPr>
            <p:cNvSpPr txBox="1">
              <a:spLocks noChangeArrowheads="1"/>
            </p:cNvSpPr>
            <p:nvPr/>
          </p:nvSpPr>
          <p:spPr bwMode="auto">
            <a:xfrm>
              <a:off x="1707" y="3504"/>
              <a:ext cx="10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rgbClr val="FF0000"/>
                  </a:solidFill>
                  <a:latin typeface="Comic Sans MS" panose="030F0702030302020204" pitchFamily="66" charset="0"/>
                </a:rPr>
                <a:t>Machine code</a:t>
              </a:r>
            </a:p>
          </p:txBody>
        </p:sp>
        <p:sp>
          <p:nvSpPr>
            <p:cNvPr id="46089" name="Line 6">
              <a:extLst>
                <a:ext uri="{FF2B5EF4-FFF2-40B4-BE49-F238E27FC236}">
                  <a16:creationId xmlns:a16="http://schemas.microsoft.com/office/drawing/2014/main" id="{4B4B3533-80FB-0421-006D-558E67F184B7}"/>
                </a:ext>
              </a:extLst>
            </p:cNvPr>
            <p:cNvSpPr>
              <a:spLocks noChangeShapeType="1"/>
            </p:cNvSpPr>
            <p:nvPr/>
          </p:nvSpPr>
          <p:spPr bwMode="auto">
            <a:xfrm>
              <a:off x="2217" y="2976"/>
              <a:ext cx="0"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PK"/>
            </a:p>
          </p:txBody>
        </p:sp>
        <p:sp>
          <p:nvSpPr>
            <p:cNvPr id="46090" name="Text Box 7">
              <a:extLst>
                <a:ext uri="{FF2B5EF4-FFF2-40B4-BE49-F238E27FC236}">
                  <a16:creationId xmlns:a16="http://schemas.microsoft.com/office/drawing/2014/main" id="{BF7C1415-F2B0-38DE-D107-16B248A8A4DA}"/>
                </a:ext>
              </a:extLst>
            </p:cNvPr>
            <p:cNvSpPr txBox="1">
              <a:spLocks noChangeArrowheads="1"/>
            </p:cNvSpPr>
            <p:nvPr/>
          </p:nvSpPr>
          <p:spPr bwMode="auto">
            <a:xfrm>
              <a:off x="1883" y="2784"/>
              <a:ext cx="6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rgbClr val="FF0000"/>
                  </a:solidFill>
                  <a:latin typeface="Comic Sans MS" panose="030F0702030302020204" pitchFamily="66" charset="0"/>
                </a:rPr>
                <a:t>Program</a:t>
              </a:r>
            </a:p>
          </p:txBody>
        </p:sp>
        <p:sp>
          <p:nvSpPr>
            <p:cNvPr id="46091" name="Text Box 8">
              <a:extLst>
                <a:ext uri="{FF2B5EF4-FFF2-40B4-BE49-F238E27FC236}">
                  <a16:creationId xmlns:a16="http://schemas.microsoft.com/office/drawing/2014/main" id="{4522B7C2-F2BF-5173-AFE8-883B19F075BF}"/>
                </a:ext>
              </a:extLst>
            </p:cNvPr>
            <p:cNvSpPr txBox="1">
              <a:spLocks noChangeArrowheads="1"/>
            </p:cNvSpPr>
            <p:nvPr/>
          </p:nvSpPr>
          <p:spPr bwMode="auto">
            <a:xfrm>
              <a:off x="2750" y="2784"/>
              <a:ext cx="9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a:solidFill>
                    <a:schemeClr val="hlink"/>
                  </a:solidFill>
                  <a:latin typeface="Comic Sans MS" panose="030F0702030302020204" pitchFamily="66" charset="0"/>
                </a:rPr>
                <a:t>Source code</a:t>
              </a:r>
            </a:p>
          </p:txBody>
        </p:sp>
        <p:sp>
          <p:nvSpPr>
            <p:cNvPr id="46092" name="Text Box 9">
              <a:extLst>
                <a:ext uri="{FF2B5EF4-FFF2-40B4-BE49-F238E27FC236}">
                  <a16:creationId xmlns:a16="http://schemas.microsoft.com/office/drawing/2014/main" id="{4229EB50-C918-3917-2AEC-670607EB4096}"/>
                </a:ext>
              </a:extLst>
            </p:cNvPr>
            <p:cNvSpPr txBox="1">
              <a:spLocks noChangeArrowheads="1"/>
            </p:cNvSpPr>
            <p:nvPr/>
          </p:nvSpPr>
          <p:spPr bwMode="auto">
            <a:xfrm>
              <a:off x="2706" y="3504"/>
              <a:ext cx="10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chemeClr val="hlink"/>
                  </a:solidFill>
                  <a:latin typeface="Comic Sans MS" panose="030F0702030302020204" pitchFamily="66" charset="0"/>
                </a:rPr>
                <a:t>Machine Code</a:t>
              </a:r>
            </a:p>
          </p:txBody>
        </p:sp>
        <p:sp>
          <p:nvSpPr>
            <p:cNvPr id="46093" name="Rectangle 10">
              <a:extLst>
                <a:ext uri="{FF2B5EF4-FFF2-40B4-BE49-F238E27FC236}">
                  <a16:creationId xmlns:a16="http://schemas.microsoft.com/office/drawing/2014/main" id="{1985A01B-9C9B-24FC-8D81-0FB2A2BA3BC5}"/>
                </a:ext>
              </a:extLst>
            </p:cNvPr>
            <p:cNvSpPr>
              <a:spLocks noChangeArrowheads="1"/>
            </p:cNvSpPr>
            <p:nvPr/>
          </p:nvSpPr>
          <p:spPr bwMode="auto">
            <a:xfrm>
              <a:off x="2788" y="3120"/>
              <a:ext cx="874" cy="23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a:solidFill>
                    <a:schemeClr val="tx2"/>
                  </a:solidFill>
                  <a:latin typeface="Comic Sans MS" panose="030F0702030302020204" pitchFamily="66" charset="0"/>
                </a:rPr>
                <a:t>Translating</a:t>
              </a:r>
            </a:p>
          </p:txBody>
        </p:sp>
        <p:grpSp>
          <p:nvGrpSpPr>
            <p:cNvPr id="46094" name="Group 11">
              <a:extLst>
                <a:ext uri="{FF2B5EF4-FFF2-40B4-BE49-F238E27FC236}">
                  <a16:creationId xmlns:a16="http://schemas.microsoft.com/office/drawing/2014/main" id="{AF40B7AD-3767-E0E0-B2B8-AE59C836B6FA}"/>
                </a:ext>
              </a:extLst>
            </p:cNvPr>
            <p:cNvGrpSpPr>
              <a:grpSpLocks/>
            </p:cNvGrpSpPr>
            <p:nvPr/>
          </p:nvGrpSpPr>
          <p:grpSpPr bwMode="auto">
            <a:xfrm>
              <a:off x="1785" y="3044"/>
              <a:ext cx="864" cy="336"/>
              <a:chOff x="1728" y="3360"/>
              <a:chExt cx="864" cy="336"/>
            </a:xfrm>
          </p:grpSpPr>
          <p:sp>
            <p:nvSpPr>
              <p:cNvPr id="46095" name="Oval 12">
                <a:extLst>
                  <a:ext uri="{FF2B5EF4-FFF2-40B4-BE49-F238E27FC236}">
                    <a16:creationId xmlns:a16="http://schemas.microsoft.com/office/drawing/2014/main" id="{D9A59C24-DFA0-3D74-A43D-F73ACF44DFC1}"/>
                  </a:ext>
                </a:extLst>
              </p:cNvPr>
              <p:cNvSpPr>
                <a:spLocks noChangeArrowheads="1"/>
              </p:cNvSpPr>
              <p:nvPr/>
            </p:nvSpPr>
            <p:spPr bwMode="auto">
              <a:xfrm>
                <a:off x="1728" y="3360"/>
                <a:ext cx="864" cy="336"/>
              </a:xfrm>
              <a:prstGeom prst="ellipse">
                <a:avLst/>
              </a:prstGeom>
              <a:solidFill>
                <a:schemeClr val="accent1"/>
              </a:solidFill>
              <a:ln w="9525">
                <a:solidFill>
                  <a:schemeClr val="tx1"/>
                </a:solidFill>
                <a:round/>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p>
            </p:txBody>
          </p:sp>
          <p:sp>
            <p:nvSpPr>
              <p:cNvPr id="46096" name="Text Box 13">
                <a:extLst>
                  <a:ext uri="{FF2B5EF4-FFF2-40B4-BE49-F238E27FC236}">
                    <a16:creationId xmlns:a16="http://schemas.microsoft.com/office/drawing/2014/main" id="{1D01AEDE-6E88-CE67-7F8C-2D82BE62F102}"/>
                  </a:ext>
                </a:extLst>
              </p:cNvPr>
              <p:cNvSpPr txBox="1">
                <a:spLocks noChangeArrowheads="1"/>
              </p:cNvSpPr>
              <p:nvPr/>
            </p:nvSpPr>
            <p:spPr bwMode="auto">
              <a:xfrm>
                <a:off x="1792" y="3412"/>
                <a:ext cx="7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a:solidFill>
                      <a:schemeClr val="tx2"/>
                    </a:solidFill>
                    <a:latin typeface="Comic Sans MS" panose="030F0702030302020204" pitchFamily="66" charset="0"/>
                  </a:rPr>
                  <a:t>Compiling</a:t>
                </a:r>
              </a:p>
            </p:txBody>
          </p:sp>
        </p:gr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16726FC-84A8-7F3E-A843-CA6A80981F79}"/>
              </a:ext>
            </a:extLst>
          </p:cNvPr>
          <p:cNvSpPr>
            <a:spLocks noGrp="1" noChangeArrowheads="1"/>
          </p:cNvSpPr>
          <p:nvPr>
            <p:ph type="title"/>
          </p:nvPr>
        </p:nvSpPr>
        <p:spPr>
          <a:xfrm>
            <a:off x="2063750" y="354013"/>
            <a:ext cx="9144000" cy="914400"/>
          </a:xfrm>
        </p:spPr>
        <p:txBody>
          <a:bodyPr/>
          <a:lstStyle/>
          <a:p>
            <a:pPr eaLnBrk="1" hangingPunct="1"/>
            <a:r>
              <a:rPr lang="en-US" altLang="en-US" sz="4000" b="1" dirty="0">
                <a:solidFill>
                  <a:schemeClr val="bg1"/>
                </a:solidFill>
              </a:rPr>
              <a:t>Programming Language Compiler</a:t>
            </a:r>
          </a:p>
        </p:txBody>
      </p:sp>
      <p:sp>
        <p:nvSpPr>
          <p:cNvPr id="48133" name="Rectangle 3" descr="Rectangle: Click to edit Master text styles&#10;Second level&#10;Third level&#10;Fourth level&#10;Fifth level">
            <a:extLst>
              <a:ext uri="{FF2B5EF4-FFF2-40B4-BE49-F238E27FC236}">
                <a16:creationId xmlns:a16="http://schemas.microsoft.com/office/drawing/2014/main" id="{382D8909-4AE1-BC74-E5C6-71A2BCEB2712}"/>
              </a:ext>
            </a:extLst>
          </p:cNvPr>
          <p:cNvSpPr>
            <a:spLocks noGrp="1" noChangeArrowheads="1"/>
          </p:cNvSpPr>
          <p:nvPr>
            <p:ph sz="quarter" idx="1"/>
          </p:nvPr>
        </p:nvSpPr>
        <p:spPr>
          <a:xfrm>
            <a:off x="2286000" y="1447800"/>
            <a:ext cx="7696200" cy="3657600"/>
          </a:xfrm>
        </p:spPr>
        <p:txBody>
          <a:bodyPr/>
          <a:lstStyle/>
          <a:p>
            <a:pPr eaLnBrk="1" hangingPunct="1"/>
            <a:r>
              <a:rPr lang="en-US" altLang="en-US"/>
              <a:t>A compiler is a software that:</a:t>
            </a:r>
          </a:p>
          <a:p>
            <a:pPr lvl="1" eaLnBrk="1" hangingPunct="1"/>
            <a:r>
              <a:rPr lang="en-US" altLang="en-US" i="1">
                <a:solidFill>
                  <a:srgbClr val="FF0000"/>
                </a:solidFill>
              </a:rPr>
              <a:t>Checks the correctness</a:t>
            </a:r>
            <a:r>
              <a:rPr lang="en-US" altLang="en-US"/>
              <a:t> of the source code according to the language rules.</a:t>
            </a:r>
          </a:p>
          <a:p>
            <a:pPr lvl="2" eaLnBrk="1" hangingPunct="1"/>
            <a:r>
              <a:rPr lang="en-US" altLang="en-US" b="1">
                <a:solidFill>
                  <a:schemeClr val="tx2"/>
                </a:solidFill>
              </a:rPr>
              <a:t>Syntax errors</a:t>
            </a:r>
            <a:r>
              <a:rPr lang="en-US" altLang="en-US"/>
              <a:t> are raised if some rules were violated.</a:t>
            </a:r>
          </a:p>
          <a:p>
            <a:pPr lvl="1" eaLnBrk="1" hangingPunct="1"/>
            <a:r>
              <a:rPr lang="en-US" altLang="en-US" i="1">
                <a:solidFill>
                  <a:srgbClr val="FF0000"/>
                </a:solidFill>
              </a:rPr>
              <a:t>Translates</a:t>
            </a:r>
            <a:r>
              <a:rPr lang="en-US" altLang="en-US"/>
              <a:t> the source code into a machine code if no errors were found.</a:t>
            </a:r>
          </a:p>
          <a:p>
            <a:pPr eaLnBrk="1" hangingPunct="1"/>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B02035E-8642-7DF6-63AF-DD7F38743C18}"/>
              </a:ext>
            </a:extLst>
          </p:cNvPr>
          <p:cNvSpPr>
            <a:spLocks noGrp="1"/>
          </p:cNvSpPr>
          <p:nvPr>
            <p:ph type="title"/>
          </p:nvPr>
        </p:nvSpPr>
        <p:spPr>
          <a:xfrm>
            <a:off x="2136775" y="228600"/>
            <a:ext cx="8153400" cy="990600"/>
          </a:xfrm>
        </p:spPr>
        <p:txBody>
          <a:bodyPr/>
          <a:lstStyle/>
          <a:p>
            <a:pPr eaLnBrk="1" hangingPunct="1"/>
            <a:r>
              <a:rPr lang="en-US" altLang="en-US" b="1" dirty="0">
                <a:solidFill>
                  <a:schemeClr val="bg1"/>
                </a:solidFill>
              </a:rPr>
              <a:t>5-Running The Program</a:t>
            </a:r>
            <a:endParaRPr lang="en-US" altLang="en-US" dirty="0">
              <a:solidFill>
                <a:schemeClr val="bg1"/>
              </a:solidFill>
            </a:endParaRPr>
          </a:p>
        </p:txBody>
      </p:sp>
      <p:sp>
        <p:nvSpPr>
          <p:cNvPr id="5" name="Content Placeholder 4">
            <a:extLst>
              <a:ext uri="{FF2B5EF4-FFF2-40B4-BE49-F238E27FC236}">
                <a16:creationId xmlns:a16="http://schemas.microsoft.com/office/drawing/2014/main" id="{25AC43B3-579D-0270-592D-9BE834DA0587}"/>
              </a:ext>
            </a:extLst>
          </p:cNvPr>
          <p:cNvSpPr>
            <a:spLocks noGrp="1"/>
          </p:cNvSpPr>
          <p:nvPr>
            <p:ph sz="quarter" idx="1"/>
          </p:nvPr>
        </p:nvSpPr>
        <p:spPr>
          <a:xfrm>
            <a:off x="2136775" y="1600200"/>
            <a:ext cx="8153400" cy="4495800"/>
          </a:xfrm>
        </p:spPr>
        <p:txBody>
          <a:bodyPr>
            <a:normAutofit fontScale="92500" lnSpcReduction="20000"/>
          </a:bodyPr>
          <a:lstStyle/>
          <a:p>
            <a:pPr marL="320040" lvl="1" indent="-320040">
              <a:spcBef>
                <a:spcPts val="700"/>
              </a:spcBef>
              <a:buClr>
                <a:schemeClr val="accent2"/>
              </a:buClr>
              <a:buSzPct val="60000"/>
              <a:buFont typeface="Wingdings"/>
              <a:buChar char=""/>
              <a:defRPr/>
            </a:pPr>
            <a:r>
              <a:rPr lang="en-US" sz="2400" dirty="0">
                <a:solidFill>
                  <a:schemeClr val="accent2">
                    <a:lumMod val="75000"/>
                  </a:schemeClr>
                </a:solidFill>
                <a:latin typeface="Times New Roman" pitchFamily="18" charset="0"/>
                <a:cs typeface="Times New Roman" pitchFamily="18" charset="0"/>
              </a:rPr>
              <a:t>Before  running.. </a:t>
            </a:r>
            <a:endParaRPr lang="en-US" sz="2400" dirty="0">
              <a:solidFill>
                <a:srgbClr val="000000"/>
              </a:solidFill>
              <a:latin typeface="Times New Roman" pitchFamily="18" charset="0"/>
            </a:endParaRPr>
          </a:p>
          <a:p>
            <a:pPr marL="640080" lvl="1" indent="-274320">
              <a:buFont typeface="Wingdings 2"/>
              <a:buChar char=""/>
              <a:defRPr/>
            </a:pPr>
            <a:r>
              <a:rPr lang="en-US" sz="2800" dirty="0"/>
              <a:t>links the object code with the code for the missing functions to produce an executable image (with no missing pieces) , this is called </a:t>
            </a:r>
            <a:r>
              <a:rPr lang="en-US" sz="2800" b="1" dirty="0"/>
              <a:t>link phase </a:t>
            </a:r>
            <a:r>
              <a:rPr lang="en-US" sz="2800" dirty="0"/>
              <a:t>. </a:t>
            </a:r>
          </a:p>
          <a:p>
            <a:pPr marL="640080" lvl="1" indent="-274320">
              <a:buFont typeface="Wingdings 2"/>
              <a:buChar char=""/>
              <a:defRPr/>
            </a:pPr>
            <a:endParaRPr lang="en-US" sz="2800" dirty="0"/>
          </a:p>
          <a:p>
            <a:pPr marL="640080" lvl="1" indent="-274320">
              <a:buFont typeface="Wingdings 2"/>
              <a:buChar char=""/>
              <a:defRPr/>
            </a:pPr>
            <a:r>
              <a:rPr lang="en-US" sz="2800" dirty="0"/>
              <a:t>If the program compiles and links correctly, a file called </a:t>
            </a:r>
            <a:r>
              <a:rPr lang="en-US" sz="2800" dirty="0" err="1"/>
              <a:t>a.out</a:t>
            </a:r>
            <a:r>
              <a:rPr lang="en-US" sz="2800" dirty="0"/>
              <a:t> is produced.</a:t>
            </a:r>
          </a:p>
          <a:p>
            <a:pPr marL="640080" lvl="1" indent="-274320">
              <a:buFont typeface="Wingdings 2"/>
              <a:buChar char=""/>
              <a:defRPr/>
            </a:pPr>
            <a:endParaRPr lang="en-US" sz="2800" dirty="0"/>
          </a:p>
          <a:p>
            <a:pPr marL="640080" lvl="1" indent="-274320">
              <a:buFont typeface="Wingdings 2"/>
              <a:buChar char=""/>
              <a:defRPr/>
            </a:pPr>
            <a:r>
              <a:rPr lang="en-US" sz="2800" dirty="0"/>
              <a:t>Before a program can be executed, the program must first be placed in memory this called </a:t>
            </a:r>
            <a:r>
              <a:rPr lang="en-US" sz="2800" b="1" dirty="0"/>
              <a:t>load phase </a:t>
            </a:r>
            <a:r>
              <a:rPr lang="en-US" sz="2800" dirty="0"/>
              <a:t>.</a:t>
            </a:r>
          </a:p>
          <a:p>
            <a:pPr marL="640080" lvl="1" indent="-274320">
              <a:buFont typeface="Wingdings 2"/>
              <a:buChar char=""/>
              <a:defRPr/>
            </a:pPr>
            <a:endParaRPr lang="en-US" sz="2800" dirty="0"/>
          </a:p>
          <a:p>
            <a:pPr marL="320040" indent="-320040">
              <a:buFont typeface="Wingdings"/>
              <a:buChar char=""/>
              <a:defRPr/>
            </a:pPr>
            <a:r>
              <a:rPr lang="en-US" sz="3100" dirty="0"/>
              <a:t>the computer, under the control of its CPU, </a:t>
            </a:r>
            <a:r>
              <a:rPr lang="en-US" sz="3100" b="1" dirty="0"/>
              <a:t>executes</a:t>
            </a:r>
            <a:r>
              <a:rPr lang="en-US" sz="3100" dirty="0"/>
              <a:t> the program one instruction at a time</a:t>
            </a:r>
          </a:p>
          <a:p>
            <a:pPr marL="320040" indent="-320040">
              <a:buFont typeface="Wingdings"/>
              <a:buChar char=""/>
              <a:defRPr/>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7F019FD7-30B0-DAEE-1DBB-0F07D4BF55D6}"/>
              </a:ext>
            </a:extLst>
          </p:cNvPr>
          <p:cNvSpPr>
            <a:spLocks noGrp="1" noChangeArrowheads="1"/>
          </p:cNvSpPr>
          <p:nvPr>
            <p:ph type="title"/>
          </p:nvPr>
        </p:nvSpPr>
        <p:spPr>
          <a:xfrm>
            <a:off x="1981200" y="304800"/>
            <a:ext cx="7848600" cy="914400"/>
          </a:xfrm>
        </p:spPr>
        <p:txBody>
          <a:bodyPr>
            <a:normAutofit/>
          </a:bodyPr>
          <a:lstStyle/>
          <a:p>
            <a:pPr>
              <a:defRPr/>
            </a:pPr>
            <a:r>
              <a:rPr lang="en-US" sz="4000" b="1" dirty="0">
                <a:solidFill>
                  <a:schemeClr val="bg1"/>
                </a:solidFill>
              </a:rPr>
              <a:t>6-Testing and Debugging the Program</a:t>
            </a:r>
          </a:p>
        </p:txBody>
      </p:sp>
      <p:sp>
        <p:nvSpPr>
          <p:cNvPr id="27654" name="Rectangle 3" descr="Rectangle: Click to edit Master text styles&#10;Second level&#10;Third level&#10;Fourth level&#10;Fifth level">
            <a:extLst>
              <a:ext uri="{FF2B5EF4-FFF2-40B4-BE49-F238E27FC236}">
                <a16:creationId xmlns:a16="http://schemas.microsoft.com/office/drawing/2014/main" id="{B0293EF5-540C-A283-9BB6-1F15EA62C3F3}"/>
              </a:ext>
            </a:extLst>
          </p:cNvPr>
          <p:cNvSpPr>
            <a:spLocks noGrp="1" noChangeArrowheads="1"/>
          </p:cNvSpPr>
          <p:nvPr>
            <p:ph sz="quarter" idx="1"/>
          </p:nvPr>
        </p:nvSpPr>
        <p:spPr>
          <a:xfrm>
            <a:off x="1703388" y="1844675"/>
            <a:ext cx="8640762" cy="3657600"/>
          </a:xfrm>
        </p:spPr>
        <p:txBody>
          <a:bodyPr>
            <a:normAutofit/>
          </a:bodyPr>
          <a:lstStyle/>
          <a:p>
            <a:pPr marL="320040" indent="-320040">
              <a:buFont typeface="Wingdings"/>
              <a:buChar char=""/>
              <a:defRPr/>
            </a:pPr>
            <a:r>
              <a:rPr lang="en-US" b="1" dirty="0"/>
              <a:t>Testing</a:t>
            </a:r>
          </a:p>
          <a:p>
            <a:pPr marL="640080" lvl="1" indent="-274320">
              <a:buFont typeface="Wingdings 2"/>
              <a:buChar char=""/>
              <a:defRPr/>
            </a:pPr>
            <a:r>
              <a:rPr lang="en-US" b="1" dirty="0"/>
              <a:t>Be sure that the output of the program conforms with the input.</a:t>
            </a:r>
          </a:p>
          <a:p>
            <a:pPr marL="640080" lvl="1" indent="-274320">
              <a:buFont typeface="Wingdings 2"/>
              <a:buChar char=""/>
              <a:defRPr/>
            </a:pPr>
            <a:r>
              <a:rPr lang="en-US" b="1" dirty="0"/>
              <a:t>There are two types of errors:</a:t>
            </a:r>
          </a:p>
          <a:p>
            <a:pPr lvl="2">
              <a:buFont typeface="Wingdings"/>
              <a:buChar char=""/>
              <a:defRPr/>
            </a:pPr>
            <a:r>
              <a:rPr lang="en-US" b="1" dirty="0">
                <a:solidFill>
                  <a:schemeClr val="tx2"/>
                </a:solidFill>
              </a:rPr>
              <a:t>Logical Errors:</a:t>
            </a:r>
            <a:r>
              <a:rPr lang="en-US" b="1" dirty="0">
                <a:solidFill>
                  <a:schemeClr val="folHlink"/>
                </a:solidFill>
              </a:rPr>
              <a:t> </a:t>
            </a:r>
            <a:r>
              <a:rPr lang="en-US" b="1" dirty="0"/>
              <a:t>The program run but provides wrong output.</a:t>
            </a:r>
          </a:p>
          <a:p>
            <a:pPr lvl="2">
              <a:buFont typeface="Wingdings"/>
              <a:buChar char=""/>
              <a:defRPr/>
            </a:pPr>
            <a:r>
              <a:rPr lang="en-US" b="1" dirty="0">
                <a:solidFill>
                  <a:schemeClr val="tx2"/>
                </a:solidFill>
              </a:rPr>
              <a:t>Runtime errors:</a:t>
            </a:r>
            <a:r>
              <a:rPr lang="en-US" b="1" dirty="0">
                <a:solidFill>
                  <a:schemeClr val="folHlink"/>
                </a:solidFill>
              </a:rPr>
              <a:t> </a:t>
            </a:r>
            <a:r>
              <a:rPr lang="en-US" b="1" dirty="0"/>
              <a:t>The program stop running suddenly when asking the OS executing a non accepted statement (divide by zero, etc).</a:t>
            </a:r>
            <a:r>
              <a:rPr lang="en-US" b="1" dirty="0">
                <a:solidFill>
                  <a:schemeClr val="folHlink"/>
                </a:solidFill>
              </a:rPr>
              <a:t> </a:t>
            </a:r>
          </a:p>
          <a:p>
            <a:pPr marL="320040" indent="-320040">
              <a:buFont typeface="Wingdings"/>
              <a:buChar char=""/>
              <a:defRPr/>
            </a:pPr>
            <a:r>
              <a:rPr lang="en-US" b="1" dirty="0"/>
              <a:t>Debugging</a:t>
            </a:r>
          </a:p>
          <a:p>
            <a:pPr marL="640080" lvl="1" indent="-274320">
              <a:buFont typeface="Wingdings 2"/>
              <a:buChar char=""/>
              <a:defRPr/>
            </a:pPr>
            <a:r>
              <a:rPr lang="en-US" dirty="0"/>
              <a:t>Find, Understand and correct the error</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A80C2-676F-62A6-BCE1-0F0716ACAEC4}"/>
              </a:ext>
            </a:extLst>
          </p:cNvPr>
          <p:cNvPicPr>
            <a:picLocks noChangeAspect="1"/>
          </p:cNvPicPr>
          <p:nvPr/>
        </p:nvPicPr>
        <p:blipFill>
          <a:blip r:embed="rId2"/>
          <a:stretch>
            <a:fillRect/>
          </a:stretch>
        </p:blipFill>
        <p:spPr>
          <a:xfrm>
            <a:off x="967273" y="1356708"/>
            <a:ext cx="8671249" cy="4443505"/>
          </a:xfrm>
          <a:prstGeom prst="rect">
            <a:avLst/>
          </a:prstGeom>
        </p:spPr>
      </p:pic>
    </p:spTree>
    <p:extLst>
      <p:ext uri="{BB962C8B-B14F-4D97-AF65-F5344CB8AC3E}">
        <p14:creationId xmlns:p14="http://schemas.microsoft.com/office/powerpoint/2010/main" val="6345501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8174E6-A0CD-8626-038F-8A3427F8A6F3}"/>
              </a:ext>
            </a:extLst>
          </p:cNvPr>
          <p:cNvPicPr>
            <a:picLocks noChangeAspect="1"/>
          </p:cNvPicPr>
          <p:nvPr/>
        </p:nvPicPr>
        <p:blipFill>
          <a:blip r:embed="rId2"/>
          <a:stretch>
            <a:fillRect/>
          </a:stretch>
        </p:blipFill>
        <p:spPr>
          <a:xfrm>
            <a:off x="1175548" y="1437170"/>
            <a:ext cx="8068088" cy="4421274"/>
          </a:xfrm>
          <a:prstGeom prst="rect">
            <a:avLst/>
          </a:prstGeom>
        </p:spPr>
      </p:pic>
    </p:spTree>
    <p:extLst>
      <p:ext uri="{BB962C8B-B14F-4D97-AF65-F5344CB8AC3E}">
        <p14:creationId xmlns:p14="http://schemas.microsoft.com/office/powerpoint/2010/main" val="24859270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41B4-9DC3-2943-8B55-3E2717F15AF2}"/>
              </a:ext>
            </a:extLst>
          </p:cNvPr>
          <p:cNvSpPr>
            <a:spLocks noGrp="1"/>
          </p:cNvSpPr>
          <p:nvPr>
            <p:ph type="title"/>
          </p:nvPr>
        </p:nvSpPr>
        <p:spPr>
          <a:xfrm>
            <a:off x="838200" y="136524"/>
            <a:ext cx="10515600" cy="1325563"/>
          </a:xfrm>
        </p:spPr>
        <p:txBody>
          <a:bodyPr/>
          <a:lstStyle/>
          <a:p>
            <a:r>
              <a:rPr lang="en-US" dirty="0">
                <a:solidFill>
                  <a:schemeClr val="bg1"/>
                </a:solidFill>
              </a:rPr>
              <a:t>Why C++?</a:t>
            </a:r>
            <a:endParaRPr lang="en-PK" dirty="0">
              <a:solidFill>
                <a:schemeClr val="bg1"/>
              </a:solidFill>
            </a:endParaRPr>
          </a:p>
        </p:txBody>
      </p:sp>
      <p:sp>
        <p:nvSpPr>
          <p:cNvPr id="3" name="Content Placeholder 2">
            <a:extLst>
              <a:ext uri="{FF2B5EF4-FFF2-40B4-BE49-F238E27FC236}">
                <a16:creationId xmlns:a16="http://schemas.microsoft.com/office/drawing/2014/main" id="{29FEF801-4274-51A6-F561-052378CA5DDF}"/>
              </a:ext>
            </a:extLst>
          </p:cNvPr>
          <p:cNvSpPr>
            <a:spLocks noGrp="1"/>
          </p:cNvSpPr>
          <p:nvPr>
            <p:ph idx="1"/>
          </p:nvPr>
        </p:nvSpPr>
        <p:spPr/>
        <p:txBody>
          <a:bodyPr/>
          <a:lstStyle/>
          <a:p>
            <a:r>
              <a:rPr lang="en-US" dirty="0"/>
              <a:t>C++ is a powerful language used by millions of developers </a:t>
            </a:r>
          </a:p>
          <a:p>
            <a:r>
              <a:rPr lang="en-US" dirty="0"/>
              <a:t>C++ has a reputation for being difficult 	</a:t>
            </a:r>
          </a:p>
          <a:p>
            <a:pPr lvl="1"/>
            <a:r>
              <a:rPr lang="en-US" sz="1800" dirty="0"/>
              <a:t>But it doesn’t have to be </a:t>
            </a:r>
          </a:p>
          <a:p>
            <a:r>
              <a:rPr lang="en-US" sz="2400" dirty="0"/>
              <a:t>Modern C++ is clean and simple </a:t>
            </a:r>
          </a:p>
          <a:p>
            <a:pPr lvl="1"/>
            <a:r>
              <a:rPr lang="en-US" sz="1800" dirty="0"/>
              <a:t>The Standard Library does a lot of work for you</a:t>
            </a:r>
          </a:p>
          <a:p>
            <a:r>
              <a:rPr lang="en-US" sz="2400" dirty="0"/>
              <a:t>Modern C++ looks a lot like C# or Java But faster!</a:t>
            </a:r>
            <a:endParaRPr lang="en-PK" sz="2400" dirty="0"/>
          </a:p>
        </p:txBody>
      </p:sp>
    </p:spTree>
    <p:extLst>
      <p:ext uri="{BB962C8B-B14F-4D97-AF65-F5344CB8AC3E}">
        <p14:creationId xmlns:p14="http://schemas.microsoft.com/office/powerpoint/2010/main" val="31385365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609B3-B402-DB76-A719-16C16AF2D446}"/>
              </a:ext>
            </a:extLst>
          </p:cNvPr>
          <p:cNvSpPr>
            <a:spLocks noGrp="1"/>
          </p:cNvSpPr>
          <p:nvPr>
            <p:ph type="title"/>
          </p:nvPr>
        </p:nvSpPr>
        <p:spPr>
          <a:xfrm>
            <a:off x="838200" y="136524"/>
            <a:ext cx="10515600" cy="1325563"/>
          </a:xfrm>
        </p:spPr>
        <p:txBody>
          <a:bodyPr/>
          <a:lstStyle/>
          <a:p>
            <a:r>
              <a:rPr lang="en-US" dirty="0">
                <a:solidFill>
                  <a:schemeClr val="bg1"/>
                </a:solidFill>
              </a:rPr>
              <a:t>Companies that uses C++</a:t>
            </a:r>
            <a:endParaRPr lang="en-PK" dirty="0">
              <a:solidFill>
                <a:schemeClr val="bg1"/>
              </a:solidFill>
            </a:endParaRPr>
          </a:p>
        </p:txBody>
      </p:sp>
      <p:pic>
        <p:nvPicPr>
          <p:cNvPr id="6" name="Content Placeholder 5" descr="A screenshot of a computer&#10;&#10;Description automatically generated">
            <a:extLst>
              <a:ext uri="{FF2B5EF4-FFF2-40B4-BE49-F238E27FC236}">
                <a16:creationId xmlns:a16="http://schemas.microsoft.com/office/drawing/2014/main" id="{FC5179AE-F04F-96B2-0517-290EFA1C81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9800" y="2051733"/>
            <a:ext cx="7772400" cy="3592734"/>
          </a:xfrm>
        </p:spPr>
      </p:pic>
    </p:spTree>
    <p:extLst>
      <p:ext uri="{BB962C8B-B14F-4D97-AF65-F5344CB8AC3E}">
        <p14:creationId xmlns:p14="http://schemas.microsoft.com/office/powerpoint/2010/main" val="12004650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755D-C31E-1464-561C-829222AF9C2A}"/>
              </a:ext>
            </a:extLst>
          </p:cNvPr>
          <p:cNvSpPr>
            <a:spLocks noGrp="1"/>
          </p:cNvSpPr>
          <p:nvPr>
            <p:ph type="title"/>
          </p:nvPr>
        </p:nvSpPr>
        <p:spPr>
          <a:xfrm>
            <a:off x="623596" y="136524"/>
            <a:ext cx="10515600" cy="1325563"/>
          </a:xfrm>
        </p:spPr>
        <p:txBody>
          <a:bodyPr/>
          <a:lstStyle/>
          <a:p>
            <a:r>
              <a:rPr lang="en-US" dirty="0">
                <a:solidFill>
                  <a:schemeClr val="bg1"/>
                </a:solidFill>
              </a:rPr>
              <a:t>History of C++</a:t>
            </a:r>
            <a:endParaRPr lang="en-PK" dirty="0">
              <a:solidFill>
                <a:schemeClr val="bg1"/>
              </a:solidFill>
            </a:endParaRPr>
          </a:p>
        </p:txBody>
      </p:sp>
      <p:pic>
        <p:nvPicPr>
          <p:cNvPr id="6" name="Content Placeholder 5">
            <a:extLst>
              <a:ext uri="{FF2B5EF4-FFF2-40B4-BE49-F238E27FC236}">
                <a16:creationId xmlns:a16="http://schemas.microsoft.com/office/drawing/2014/main" id="{B40C9A6B-4317-2A3F-9A8A-36177BBA66CA}"/>
              </a:ext>
            </a:extLst>
          </p:cNvPr>
          <p:cNvPicPr>
            <a:picLocks noGrp="1" noChangeAspect="1"/>
          </p:cNvPicPr>
          <p:nvPr>
            <p:ph idx="1"/>
          </p:nvPr>
        </p:nvPicPr>
        <p:blipFill>
          <a:blip r:embed="rId2"/>
          <a:stretch>
            <a:fillRect/>
          </a:stretch>
        </p:blipFill>
        <p:spPr>
          <a:xfrm>
            <a:off x="2138484" y="1916833"/>
            <a:ext cx="7989964" cy="3899103"/>
          </a:xfrm>
        </p:spPr>
      </p:pic>
    </p:spTree>
    <p:extLst>
      <p:ext uri="{BB962C8B-B14F-4D97-AF65-F5344CB8AC3E}">
        <p14:creationId xmlns:p14="http://schemas.microsoft.com/office/powerpoint/2010/main" val="37252796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E15C-C562-B33B-0C82-E423797EF70D}"/>
              </a:ext>
            </a:extLst>
          </p:cNvPr>
          <p:cNvSpPr>
            <a:spLocks noGrp="1"/>
          </p:cNvSpPr>
          <p:nvPr>
            <p:ph type="title"/>
          </p:nvPr>
        </p:nvSpPr>
        <p:spPr>
          <a:xfrm>
            <a:off x="670249" y="136524"/>
            <a:ext cx="10515600" cy="1325563"/>
          </a:xfrm>
        </p:spPr>
        <p:txBody>
          <a:bodyPr/>
          <a:lstStyle/>
          <a:p>
            <a:r>
              <a:rPr lang="en-US" dirty="0">
                <a:solidFill>
                  <a:schemeClr val="bg1"/>
                </a:solidFill>
              </a:rPr>
              <a:t>History of C++</a:t>
            </a:r>
            <a:endParaRPr lang="en-PK" dirty="0">
              <a:solidFill>
                <a:schemeClr val="bg1"/>
              </a:solidFill>
            </a:endParaRPr>
          </a:p>
        </p:txBody>
      </p:sp>
      <p:sp>
        <p:nvSpPr>
          <p:cNvPr id="3" name="Content Placeholder 2">
            <a:extLst>
              <a:ext uri="{FF2B5EF4-FFF2-40B4-BE49-F238E27FC236}">
                <a16:creationId xmlns:a16="http://schemas.microsoft.com/office/drawing/2014/main" id="{8CD9312E-E30F-EA39-F8D7-6210DE61A0F1}"/>
              </a:ext>
            </a:extLst>
          </p:cNvPr>
          <p:cNvSpPr>
            <a:spLocks noGrp="1"/>
          </p:cNvSpPr>
          <p:nvPr>
            <p:ph idx="1"/>
          </p:nvPr>
        </p:nvSpPr>
        <p:spPr/>
        <p:txBody>
          <a:bodyPr/>
          <a:lstStyle/>
          <a:p>
            <a:r>
              <a:rPr lang="en-US" dirty="0"/>
              <a:t>Simula was first language of support object-oriented programming (OOP).</a:t>
            </a:r>
          </a:p>
          <a:p>
            <a:r>
              <a:rPr lang="en-US" dirty="0"/>
              <a:t>However, Simula was too slow for practical use. </a:t>
            </a:r>
          </a:p>
          <a:p>
            <a:r>
              <a:rPr lang="en-US" dirty="0"/>
              <a:t>After that Bjarne </a:t>
            </a:r>
            <a:r>
              <a:rPr lang="en-US" dirty="0" err="1"/>
              <a:t>Stroustrup</a:t>
            </a:r>
            <a:r>
              <a:rPr lang="en-US" dirty="0"/>
              <a:t> start working on c and added extra feature of OOP to C (C++) in such fashion that basic flavor of c remain unaffected.</a:t>
            </a:r>
            <a:endParaRPr lang="en-PK" dirty="0"/>
          </a:p>
        </p:txBody>
      </p:sp>
    </p:spTree>
    <p:extLst>
      <p:ext uri="{BB962C8B-B14F-4D97-AF65-F5344CB8AC3E}">
        <p14:creationId xmlns:p14="http://schemas.microsoft.com/office/powerpoint/2010/main" val="36933153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2087E-5AFB-1381-9612-3E905B508C69}"/>
              </a:ext>
            </a:extLst>
          </p:cNvPr>
          <p:cNvSpPr>
            <a:spLocks noGrp="1"/>
          </p:cNvSpPr>
          <p:nvPr>
            <p:ph type="title"/>
          </p:nvPr>
        </p:nvSpPr>
        <p:spPr>
          <a:xfrm>
            <a:off x="838200" y="66546"/>
            <a:ext cx="10515600" cy="1325563"/>
          </a:xfrm>
        </p:spPr>
        <p:txBody>
          <a:bodyPr/>
          <a:lstStyle/>
          <a:p>
            <a:r>
              <a:rPr lang="en-US" dirty="0">
                <a:solidFill>
                  <a:schemeClr val="bg1"/>
                </a:solidFill>
              </a:rPr>
              <a:t>History of C++</a:t>
            </a:r>
            <a:endParaRPr lang="en-PK" dirty="0">
              <a:solidFill>
                <a:schemeClr val="bg1"/>
              </a:solidFill>
            </a:endParaRPr>
          </a:p>
        </p:txBody>
      </p:sp>
      <p:pic>
        <p:nvPicPr>
          <p:cNvPr id="6" name="Content Placeholder 5">
            <a:extLst>
              <a:ext uri="{FF2B5EF4-FFF2-40B4-BE49-F238E27FC236}">
                <a16:creationId xmlns:a16="http://schemas.microsoft.com/office/drawing/2014/main" id="{6A9FE05B-B628-E7DA-5B94-82A03E56AB19}"/>
              </a:ext>
            </a:extLst>
          </p:cNvPr>
          <p:cNvPicPr>
            <a:picLocks noGrp="1" noChangeAspect="1"/>
          </p:cNvPicPr>
          <p:nvPr>
            <p:ph idx="1"/>
          </p:nvPr>
        </p:nvPicPr>
        <p:blipFill>
          <a:blip r:embed="rId2"/>
          <a:stretch>
            <a:fillRect/>
          </a:stretch>
        </p:blipFill>
        <p:spPr>
          <a:xfrm>
            <a:off x="3279765" y="1169089"/>
            <a:ext cx="5632471" cy="4830559"/>
          </a:xfrm>
        </p:spPr>
      </p:pic>
    </p:spTree>
    <p:extLst>
      <p:ext uri="{BB962C8B-B14F-4D97-AF65-F5344CB8AC3E}">
        <p14:creationId xmlns:p14="http://schemas.microsoft.com/office/powerpoint/2010/main" val="16796775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44B03933-83E0-8351-8CF1-19E2EBE8F10A}"/>
              </a:ext>
            </a:extLst>
          </p:cNvPr>
          <p:cNvSpPr>
            <a:spLocks noGrp="1" noChangeArrowheads="1"/>
          </p:cNvSpPr>
          <p:nvPr>
            <p:ph type="title"/>
          </p:nvPr>
        </p:nvSpPr>
        <p:spPr>
          <a:xfrm>
            <a:off x="671513" y="48683"/>
            <a:ext cx="10515600" cy="1325563"/>
          </a:xfrm>
        </p:spPr>
        <p:txBody>
          <a:bodyPr/>
          <a:lstStyle/>
          <a:p>
            <a:r>
              <a:rPr lang="en-US" altLang="en-PK" dirty="0">
                <a:solidFill>
                  <a:schemeClr val="bg1"/>
                </a:solidFill>
              </a:rPr>
              <a:t>Basics of a Typical C++ Environment</a:t>
            </a:r>
          </a:p>
        </p:txBody>
      </p:sp>
      <p:sp>
        <p:nvSpPr>
          <p:cNvPr id="182275" name="Text Box 3">
            <a:extLst>
              <a:ext uri="{FF2B5EF4-FFF2-40B4-BE49-F238E27FC236}">
                <a16:creationId xmlns:a16="http://schemas.microsoft.com/office/drawing/2014/main" id="{BE71D961-F594-6E19-BF5D-4079CDDCB300}"/>
              </a:ext>
            </a:extLst>
          </p:cNvPr>
          <p:cNvSpPr txBox="1">
            <a:spLocks noChangeArrowheads="1"/>
          </p:cNvSpPr>
          <p:nvPr/>
        </p:nvSpPr>
        <p:spPr bwMode="auto">
          <a:xfrm>
            <a:off x="1676400" y="1143001"/>
            <a:ext cx="4724400" cy="500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sz="2400">
                <a:solidFill>
                  <a:schemeClr val="tx1"/>
                </a:solidFill>
                <a:latin typeface="Times New Roman" panose="02020603050405020304" pitchFamily="18" charset="0"/>
                <a:cs typeface="Times New Roman" panose="02020603050405020304" pitchFamily="18" charset="0"/>
              </a:defRPr>
            </a:lvl1pPr>
            <a:lvl2pPr marL="914400" indent="-457200" algn="l">
              <a:spcBef>
                <a:spcPct val="0"/>
              </a:spcBef>
              <a:defRPr sz="2400">
                <a:solidFill>
                  <a:schemeClr val="tx1"/>
                </a:solidFill>
                <a:latin typeface="Times New Roman" panose="02020603050405020304" pitchFamily="18" charset="0"/>
                <a:cs typeface="Times New Roman" panose="02020603050405020304" pitchFamily="18" charset="0"/>
              </a:defRPr>
            </a:lvl2pPr>
            <a:lvl3pPr marL="1371600" indent="-457200" algn="l">
              <a:spcBef>
                <a:spcPct val="0"/>
              </a:spcBef>
              <a:defRPr sz="2400">
                <a:solidFill>
                  <a:schemeClr val="tx1"/>
                </a:solidFill>
                <a:latin typeface="Times New Roman" panose="02020603050405020304" pitchFamily="18" charset="0"/>
                <a:cs typeface="Times New Roman" panose="02020603050405020304" pitchFamily="18" charset="0"/>
              </a:defRPr>
            </a:lvl3pPr>
            <a:lvl4pPr marL="1828800" indent="-457200" algn="l">
              <a:spcBef>
                <a:spcPct val="0"/>
              </a:spcBef>
              <a:defRPr sz="2400">
                <a:solidFill>
                  <a:schemeClr val="tx1"/>
                </a:solidFill>
                <a:latin typeface="Times New Roman" panose="02020603050405020304" pitchFamily="18" charset="0"/>
                <a:cs typeface="Times New Roman" panose="02020603050405020304" pitchFamily="18" charset="0"/>
              </a:defRPr>
            </a:lvl4pPr>
            <a:lvl5pPr marL="2286000" indent="-457200" algn="l">
              <a:spcBef>
                <a:spcPct val="0"/>
              </a:spcBef>
              <a:defRPr sz="2400">
                <a:solidFill>
                  <a:schemeClr val="tx1"/>
                </a:solidFill>
                <a:latin typeface="Times New Roman" panose="02020603050405020304" pitchFamily="18" charset="0"/>
                <a:cs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eaLnBrk="0" hangingPunct="0">
              <a:spcBef>
                <a:spcPct val="50000"/>
              </a:spcBef>
            </a:pPr>
            <a:r>
              <a:rPr lang="en-US" altLang="en-PK" sz="2800">
                <a:solidFill>
                  <a:srgbClr val="000000"/>
                </a:solidFill>
              </a:rPr>
              <a:t>Phases of C++ Programs:</a:t>
            </a:r>
          </a:p>
          <a:p>
            <a:pPr lvl="1" eaLnBrk="0" hangingPunct="0">
              <a:spcBef>
                <a:spcPct val="50000"/>
              </a:spcBef>
              <a:buFontTx/>
              <a:buAutoNum type="arabicPeriod"/>
            </a:pPr>
            <a:r>
              <a:rPr lang="en-US" altLang="en-PK" sz="2800">
                <a:solidFill>
                  <a:srgbClr val="000000"/>
                </a:solidFill>
              </a:rPr>
              <a:t>Edit</a:t>
            </a:r>
          </a:p>
          <a:p>
            <a:pPr lvl="1" eaLnBrk="0" hangingPunct="0">
              <a:spcBef>
                <a:spcPct val="50000"/>
              </a:spcBef>
              <a:buFontTx/>
              <a:buAutoNum type="arabicPeriod"/>
            </a:pPr>
            <a:r>
              <a:rPr lang="en-US" altLang="en-PK" sz="2800">
                <a:solidFill>
                  <a:srgbClr val="000000"/>
                </a:solidFill>
              </a:rPr>
              <a:t>Preprocess</a:t>
            </a:r>
          </a:p>
          <a:p>
            <a:pPr lvl="1" eaLnBrk="0" hangingPunct="0">
              <a:spcBef>
                <a:spcPct val="50000"/>
              </a:spcBef>
              <a:buFontTx/>
              <a:buAutoNum type="arabicPeriod"/>
            </a:pPr>
            <a:r>
              <a:rPr lang="en-US" altLang="en-PK" sz="2800">
                <a:solidFill>
                  <a:srgbClr val="000000"/>
                </a:solidFill>
              </a:rPr>
              <a:t>Compile</a:t>
            </a:r>
          </a:p>
          <a:p>
            <a:pPr lvl="1" eaLnBrk="0" hangingPunct="0">
              <a:spcBef>
                <a:spcPct val="50000"/>
              </a:spcBef>
              <a:buFontTx/>
              <a:buAutoNum type="arabicPeriod"/>
            </a:pPr>
            <a:r>
              <a:rPr lang="en-US" altLang="en-PK" sz="2800">
                <a:solidFill>
                  <a:srgbClr val="000000"/>
                </a:solidFill>
              </a:rPr>
              <a:t>Link</a:t>
            </a:r>
          </a:p>
          <a:p>
            <a:pPr lvl="1" eaLnBrk="0" hangingPunct="0">
              <a:spcBef>
                <a:spcPct val="50000"/>
              </a:spcBef>
              <a:buFontTx/>
              <a:buAutoNum type="arabicPeriod"/>
            </a:pPr>
            <a:r>
              <a:rPr lang="en-US" altLang="en-PK" sz="2800">
                <a:solidFill>
                  <a:srgbClr val="000000"/>
                </a:solidFill>
              </a:rPr>
              <a:t>Load</a:t>
            </a:r>
          </a:p>
          <a:p>
            <a:pPr lvl="1" eaLnBrk="0" hangingPunct="0">
              <a:spcBef>
                <a:spcPct val="50000"/>
              </a:spcBef>
              <a:buFontTx/>
              <a:buAutoNum type="arabicPeriod"/>
            </a:pPr>
            <a:r>
              <a:rPr lang="en-US" altLang="en-PK" sz="2800">
                <a:solidFill>
                  <a:srgbClr val="000000"/>
                </a:solidFill>
              </a:rPr>
              <a:t>Execute </a:t>
            </a:r>
          </a:p>
          <a:p>
            <a:pPr eaLnBrk="0" hangingPunct="0">
              <a:spcBef>
                <a:spcPct val="50000"/>
              </a:spcBef>
            </a:pPr>
            <a:endParaRPr lang="en-US" altLang="en-PK" sz="2800">
              <a:solidFill>
                <a:srgbClr val="000000"/>
              </a:solidFill>
            </a:endParaRPr>
          </a:p>
        </p:txBody>
      </p:sp>
      <p:grpSp>
        <p:nvGrpSpPr>
          <p:cNvPr id="182429" name="Group 157">
            <a:extLst>
              <a:ext uri="{FF2B5EF4-FFF2-40B4-BE49-F238E27FC236}">
                <a16:creationId xmlns:a16="http://schemas.microsoft.com/office/drawing/2014/main" id="{BFCCA2A4-FD6A-8F3D-1B9B-DBE4B539144E}"/>
              </a:ext>
            </a:extLst>
          </p:cNvPr>
          <p:cNvGrpSpPr>
            <a:grpSpLocks/>
          </p:cNvGrpSpPr>
          <p:nvPr/>
        </p:nvGrpSpPr>
        <p:grpSpPr bwMode="auto">
          <a:xfrm>
            <a:off x="5549640" y="1374246"/>
            <a:ext cx="3712093" cy="4657723"/>
            <a:chOff x="2638" y="762"/>
            <a:chExt cx="2933" cy="3510"/>
          </a:xfrm>
        </p:grpSpPr>
        <p:sp>
          <p:nvSpPr>
            <p:cNvPr id="182277" name="Freeform 5">
              <a:extLst>
                <a:ext uri="{FF2B5EF4-FFF2-40B4-BE49-F238E27FC236}">
                  <a16:creationId xmlns:a16="http://schemas.microsoft.com/office/drawing/2014/main" id="{C0FF2CE9-C096-DC7C-46AC-0C29FF0DEF34}"/>
                </a:ext>
              </a:extLst>
            </p:cNvPr>
            <p:cNvSpPr>
              <a:spLocks/>
            </p:cNvSpPr>
            <p:nvPr/>
          </p:nvSpPr>
          <p:spPr bwMode="auto">
            <a:xfrm>
              <a:off x="2638" y="2381"/>
              <a:ext cx="756" cy="288"/>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sp>
          <p:nvSpPr>
            <p:cNvPr id="182278" name="Freeform 6">
              <a:extLst>
                <a:ext uri="{FF2B5EF4-FFF2-40B4-BE49-F238E27FC236}">
                  <a16:creationId xmlns:a16="http://schemas.microsoft.com/office/drawing/2014/main" id="{A6BF0AB7-1120-9FEF-5B7E-CA317B53DE88}"/>
                </a:ext>
              </a:extLst>
            </p:cNvPr>
            <p:cNvSpPr>
              <a:spLocks/>
            </p:cNvSpPr>
            <p:nvPr/>
          </p:nvSpPr>
          <p:spPr bwMode="auto">
            <a:xfrm>
              <a:off x="2638" y="1545"/>
              <a:ext cx="756" cy="288"/>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sp>
          <p:nvSpPr>
            <p:cNvPr id="182279" name="Freeform 7">
              <a:extLst>
                <a:ext uri="{FF2B5EF4-FFF2-40B4-BE49-F238E27FC236}">
                  <a16:creationId xmlns:a16="http://schemas.microsoft.com/office/drawing/2014/main" id="{806A8FB0-A443-89A3-66ED-2BDD21E7C66C}"/>
                </a:ext>
              </a:extLst>
            </p:cNvPr>
            <p:cNvSpPr>
              <a:spLocks/>
            </p:cNvSpPr>
            <p:nvPr/>
          </p:nvSpPr>
          <p:spPr bwMode="auto">
            <a:xfrm>
              <a:off x="2638" y="2381"/>
              <a:ext cx="756" cy="288"/>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80" name="Rectangle 8">
              <a:extLst>
                <a:ext uri="{FF2B5EF4-FFF2-40B4-BE49-F238E27FC236}">
                  <a16:creationId xmlns:a16="http://schemas.microsoft.com/office/drawing/2014/main" id="{D038EAFC-CD88-AEAF-AA85-7CA7CEAA4FA6}"/>
                </a:ext>
              </a:extLst>
            </p:cNvPr>
            <p:cNvSpPr>
              <a:spLocks noChangeArrowheads="1"/>
            </p:cNvSpPr>
            <p:nvPr/>
          </p:nvSpPr>
          <p:spPr bwMode="auto">
            <a:xfrm>
              <a:off x="2844" y="2472"/>
              <a:ext cx="342"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Loader</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281" name="Freeform 9">
              <a:extLst>
                <a:ext uri="{FF2B5EF4-FFF2-40B4-BE49-F238E27FC236}">
                  <a16:creationId xmlns:a16="http://schemas.microsoft.com/office/drawing/2014/main" id="{5EDB8ED3-56F1-33E8-44FE-EB39CFB86D7A}"/>
                </a:ext>
              </a:extLst>
            </p:cNvPr>
            <p:cNvSpPr>
              <a:spLocks/>
            </p:cNvSpPr>
            <p:nvPr/>
          </p:nvSpPr>
          <p:spPr bwMode="auto">
            <a:xfrm>
              <a:off x="3396" y="912"/>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PK"/>
            </a:p>
          </p:txBody>
        </p:sp>
        <p:sp>
          <p:nvSpPr>
            <p:cNvPr id="182282" name="Freeform 10">
              <a:extLst>
                <a:ext uri="{FF2B5EF4-FFF2-40B4-BE49-F238E27FC236}">
                  <a16:creationId xmlns:a16="http://schemas.microsoft.com/office/drawing/2014/main" id="{D89ED169-BFD7-5DC2-ECEB-F2708ADB4D06}"/>
                </a:ext>
              </a:extLst>
            </p:cNvPr>
            <p:cNvSpPr>
              <a:spLocks/>
            </p:cNvSpPr>
            <p:nvPr/>
          </p:nvSpPr>
          <p:spPr bwMode="auto">
            <a:xfrm>
              <a:off x="3396" y="1305"/>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PK"/>
            </a:p>
          </p:txBody>
        </p:sp>
        <p:sp>
          <p:nvSpPr>
            <p:cNvPr id="182283" name="Freeform 11">
              <a:extLst>
                <a:ext uri="{FF2B5EF4-FFF2-40B4-BE49-F238E27FC236}">
                  <a16:creationId xmlns:a16="http://schemas.microsoft.com/office/drawing/2014/main" id="{DAB11ADE-DE3E-A105-C430-631A89F38098}"/>
                </a:ext>
              </a:extLst>
            </p:cNvPr>
            <p:cNvSpPr>
              <a:spLocks/>
            </p:cNvSpPr>
            <p:nvPr/>
          </p:nvSpPr>
          <p:spPr bwMode="auto">
            <a:xfrm>
              <a:off x="3396" y="2525"/>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a:ln>
          </p:spPr>
          <p:txBody>
            <a:bodyPr/>
            <a:lstStyle/>
            <a:p>
              <a:endParaRPr lang="en-PK"/>
            </a:p>
          </p:txBody>
        </p:sp>
        <p:sp>
          <p:nvSpPr>
            <p:cNvPr id="182284" name="Rectangle 12">
              <a:extLst>
                <a:ext uri="{FF2B5EF4-FFF2-40B4-BE49-F238E27FC236}">
                  <a16:creationId xmlns:a16="http://schemas.microsoft.com/office/drawing/2014/main" id="{C74A9714-DAB6-685F-02A4-9DF48D18FDFE}"/>
                </a:ext>
              </a:extLst>
            </p:cNvPr>
            <p:cNvSpPr>
              <a:spLocks noChangeArrowheads="1"/>
            </p:cNvSpPr>
            <p:nvPr/>
          </p:nvSpPr>
          <p:spPr bwMode="auto">
            <a:xfrm>
              <a:off x="3703" y="2260"/>
              <a:ext cx="59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900" dirty="0">
                  <a:solidFill>
                    <a:srgbClr val="000000"/>
                  </a:solidFill>
                  <a:latin typeface="AvantGarde" pitchFamily="34" charset="0"/>
                </a:rPr>
                <a:t>Primary</a:t>
              </a:r>
              <a:endParaRPr lang="en-US" altLang="en-PK" sz="1000" dirty="0">
                <a:solidFill>
                  <a:srgbClr val="000000"/>
                </a:solidFill>
                <a:latin typeface="Times" panose="02020603050405020304" pitchFamily="18" charset="0"/>
              </a:endParaRPr>
            </a:p>
            <a:p>
              <a:pPr algn="ctr" eaLnBrk="0" hangingPunct="0"/>
              <a:r>
                <a:rPr lang="en-US" altLang="en-PK" sz="900" dirty="0">
                  <a:solidFill>
                    <a:srgbClr val="000000"/>
                  </a:solidFill>
                  <a:latin typeface="AvantGarde" pitchFamily="34" charset="0"/>
                </a:rPr>
                <a:t>Memory</a:t>
              </a:r>
              <a:endParaRPr lang="en-US" altLang="en-PK" sz="1000" dirty="0">
                <a:solidFill>
                  <a:srgbClr val="000000"/>
                </a:solidFill>
                <a:latin typeface="Times" panose="02020603050405020304" pitchFamily="18" charset="0"/>
              </a:endParaRPr>
            </a:p>
            <a:p>
              <a:pPr eaLnBrk="0" hangingPunct="0"/>
              <a:endParaRPr lang="en-US" altLang="en-PK" dirty="0"/>
            </a:p>
          </p:txBody>
        </p:sp>
        <p:sp>
          <p:nvSpPr>
            <p:cNvPr id="182285" name="Freeform 13">
              <a:extLst>
                <a:ext uri="{FF2B5EF4-FFF2-40B4-BE49-F238E27FC236}">
                  <a16:creationId xmlns:a16="http://schemas.microsoft.com/office/drawing/2014/main" id="{738CD00D-B664-43FF-DB93-5428514565F3}"/>
                </a:ext>
              </a:extLst>
            </p:cNvPr>
            <p:cNvSpPr>
              <a:spLocks/>
            </p:cNvSpPr>
            <p:nvPr/>
          </p:nvSpPr>
          <p:spPr bwMode="auto">
            <a:xfrm>
              <a:off x="3396" y="3533"/>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PK"/>
            </a:p>
          </p:txBody>
        </p:sp>
        <p:grpSp>
          <p:nvGrpSpPr>
            <p:cNvPr id="182286" name="Group 14">
              <a:extLst>
                <a:ext uri="{FF2B5EF4-FFF2-40B4-BE49-F238E27FC236}">
                  <a16:creationId xmlns:a16="http://schemas.microsoft.com/office/drawing/2014/main" id="{8F8D1554-48A9-35C0-D929-251A67101D7C}"/>
                </a:ext>
              </a:extLst>
            </p:cNvPr>
            <p:cNvGrpSpPr>
              <a:grpSpLocks/>
            </p:cNvGrpSpPr>
            <p:nvPr/>
          </p:nvGrpSpPr>
          <p:grpSpPr bwMode="auto">
            <a:xfrm>
              <a:off x="4260" y="2304"/>
              <a:ext cx="108" cy="960"/>
              <a:chOff x="0" y="0"/>
              <a:chExt cx="19999" cy="19999"/>
            </a:xfrm>
          </p:grpSpPr>
          <p:sp>
            <p:nvSpPr>
              <p:cNvPr id="182287" name="Arc 15">
                <a:extLst>
                  <a:ext uri="{FF2B5EF4-FFF2-40B4-BE49-F238E27FC236}">
                    <a16:creationId xmlns:a16="http://schemas.microsoft.com/office/drawing/2014/main" id="{E760581C-5330-D648-9D0A-3BF97612A9AF}"/>
                  </a:ext>
                </a:extLst>
              </p:cNvPr>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88" name="Arc 16">
                <a:extLst>
                  <a:ext uri="{FF2B5EF4-FFF2-40B4-BE49-F238E27FC236}">
                    <a16:creationId xmlns:a16="http://schemas.microsoft.com/office/drawing/2014/main" id="{8F6D39A5-A7DE-FEAD-E887-2D8F33EEF9FD}"/>
                  </a:ext>
                </a:extLst>
              </p:cNvPr>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89" name="Arc 17">
                <a:extLst>
                  <a:ext uri="{FF2B5EF4-FFF2-40B4-BE49-F238E27FC236}">
                    <a16:creationId xmlns:a16="http://schemas.microsoft.com/office/drawing/2014/main" id="{EC1C37E4-668E-3648-68DD-E3D421EB103C}"/>
                  </a:ext>
                </a:extLst>
              </p:cNvPr>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0" name="Arc 18">
                <a:extLst>
                  <a:ext uri="{FF2B5EF4-FFF2-40B4-BE49-F238E27FC236}">
                    <a16:creationId xmlns:a16="http://schemas.microsoft.com/office/drawing/2014/main" id="{C7FD732A-DDB3-0A81-A346-D5E37003C2D9}"/>
                  </a:ext>
                </a:extLst>
              </p:cNvPr>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291" name="Group 19">
              <a:extLst>
                <a:ext uri="{FF2B5EF4-FFF2-40B4-BE49-F238E27FC236}">
                  <a16:creationId xmlns:a16="http://schemas.microsoft.com/office/drawing/2014/main" id="{A32147B0-8A38-8F30-ADDC-07831649C187}"/>
                </a:ext>
              </a:extLst>
            </p:cNvPr>
            <p:cNvGrpSpPr>
              <a:grpSpLocks/>
            </p:cNvGrpSpPr>
            <p:nvPr/>
          </p:nvGrpSpPr>
          <p:grpSpPr bwMode="auto">
            <a:xfrm>
              <a:off x="4260" y="3312"/>
              <a:ext cx="108" cy="960"/>
              <a:chOff x="0" y="0"/>
              <a:chExt cx="19999" cy="19999"/>
            </a:xfrm>
          </p:grpSpPr>
          <p:sp>
            <p:nvSpPr>
              <p:cNvPr id="182292" name="Arc 20">
                <a:extLst>
                  <a:ext uri="{FF2B5EF4-FFF2-40B4-BE49-F238E27FC236}">
                    <a16:creationId xmlns:a16="http://schemas.microsoft.com/office/drawing/2014/main" id="{31B4C6F4-1905-7EF1-5C9E-A21752B628D0}"/>
                  </a:ext>
                </a:extLst>
              </p:cNvPr>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3" name="Arc 21">
                <a:extLst>
                  <a:ext uri="{FF2B5EF4-FFF2-40B4-BE49-F238E27FC236}">
                    <a16:creationId xmlns:a16="http://schemas.microsoft.com/office/drawing/2014/main" id="{71E98CBD-9D93-47D7-426A-75B4182B0CD1}"/>
                  </a:ext>
                </a:extLst>
              </p:cNvPr>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4" name="Arc 22">
                <a:extLst>
                  <a:ext uri="{FF2B5EF4-FFF2-40B4-BE49-F238E27FC236}">
                    <a16:creationId xmlns:a16="http://schemas.microsoft.com/office/drawing/2014/main" id="{1B5F617B-45F6-EBCD-7912-58637FFD3EB2}"/>
                  </a:ext>
                </a:extLst>
              </p:cNvPr>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5" name="Arc 23">
                <a:extLst>
                  <a:ext uri="{FF2B5EF4-FFF2-40B4-BE49-F238E27FC236}">
                    <a16:creationId xmlns:a16="http://schemas.microsoft.com/office/drawing/2014/main" id="{CF6C11AC-1536-EB4E-5356-71993BFCA30A}"/>
                  </a:ext>
                </a:extLst>
              </p:cNvPr>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296" name="Group 24">
              <a:extLst>
                <a:ext uri="{FF2B5EF4-FFF2-40B4-BE49-F238E27FC236}">
                  <a16:creationId xmlns:a16="http://schemas.microsoft.com/office/drawing/2014/main" id="{2C541E4E-26DC-ACA3-C7D0-9428E568DE86}"/>
                </a:ext>
              </a:extLst>
            </p:cNvPr>
            <p:cNvGrpSpPr>
              <a:grpSpLocks/>
            </p:cNvGrpSpPr>
            <p:nvPr/>
          </p:nvGrpSpPr>
          <p:grpSpPr bwMode="auto">
            <a:xfrm>
              <a:off x="4260" y="768"/>
              <a:ext cx="108" cy="288"/>
              <a:chOff x="0" y="0"/>
              <a:chExt cx="19999" cy="20001"/>
            </a:xfrm>
          </p:grpSpPr>
          <p:sp>
            <p:nvSpPr>
              <p:cNvPr id="182297" name="Arc 25">
                <a:extLst>
                  <a:ext uri="{FF2B5EF4-FFF2-40B4-BE49-F238E27FC236}">
                    <a16:creationId xmlns:a16="http://schemas.microsoft.com/office/drawing/2014/main" id="{184CA95D-3477-D51A-2306-AFE89F025525}"/>
                  </a:ext>
                </a:extLst>
              </p:cNvPr>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8" name="Arc 26">
                <a:extLst>
                  <a:ext uri="{FF2B5EF4-FFF2-40B4-BE49-F238E27FC236}">
                    <a16:creationId xmlns:a16="http://schemas.microsoft.com/office/drawing/2014/main" id="{DF20B24F-924E-246A-F3E3-12F23D5ADCDD}"/>
                  </a:ext>
                </a:extLst>
              </p:cNvPr>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299" name="Arc 27">
                <a:extLst>
                  <a:ext uri="{FF2B5EF4-FFF2-40B4-BE49-F238E27FC236}">
                    <a16:creationId xmlns:a16="http://schemas.microsoft.com/office/drawing/2014/main" id="{8427625C-3AF5-8B67-CCF0-F01088F82AA2}"/>
                  </a:ext>
                </a:extLst>
              </p:cNvPr>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00" name="Arc 28">
                <a:extLst>
                  <a:ext uri="{FF2B5EF4-FFF2-40B4-BE49-F238E27FC236}">
                    <a16:creationId xmlns:a16="http://schemas.microsoft.com/office/drawing/2014/main" id="{B3D2414F-4E7A-7AD0-6BAF-C08C6772B7DD}"/>
                  </a:ext>
                </a:extLst>
              </p:cNvPr>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sp>
          <p:nvSpPr>
            <p:cNvPr id="182301" name="Arc 29">
              <a:extLst>
                <a:ext uri="{FF2B5EF4-FFF2-40B4-BE49-F238E27FC236}">
                  <a16:creationId xmlns:a16="http://schemas.microsoft.com/office/drawing/2014/main" id="{808F6E09-CE0C-1329-7B5E-0B432F463A5B}"/>
                </a:ext>
              </a:extLst>
            </p:cNvPr>
            <p:cNvSpPr>
              <a:spLocks/>
            </p:cNvSpPr>
            <p:nvPr/>
          </p:nvSpPr>
          <p:spPr bwMode="auto">
            <a:xfrm>
              <a:off x="4260" y="115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02" name="Arc 30">
              <a:extLst>
                <a:ext uri="{FF2B5EF4-FFF2-40B4-BE49-F238E27FC236}">
                  <a16:creationId xmlns:a16="http://schemas.microsoft.com/office/drawing/2014/main" id="{71A34863-A79C-A631-3532-28BA41B0CA2D}"/>
                </a:ext>
              </a:extLst>
            </p:cNvPr>
            <p:cNvSpPr>
              <a:spLocks/>
            </p:cNvSpPr>
            <p:nvPr/>
          </p:nvSpPr>
          <p:spPr bwMode="auto">
            <a:xfrm flipV="1">
              <a:off x="4260" y="137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03" name="Arc 31">
              <a:extLst>
                <a:ext uri="{FF2B5EF4-FFF2-40B4-BE49-F238E27FC236}">
                  <a16:creationId xmlns:a16="http://schemas.microsoft.com/office/drawing/2014/main" id="{F3C9EBA4-B498-22BF-DC90-20213A298509}"/>
                </a:ext>
              </a:extLst>
            </p:cNvPr>
            <p:cNvSpPr>
              <a:spLocks/>
            </p:cNvSpPr>
            <p:nvPr/>
          </p:nvSpPr>
          <p:spPr bwMode="auto">
            <a:xfrm flipH="1">
              <a:off x="4314" y="1299"/>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04" name="Arc 32">
              <a:extLst>
                <a:ext uri="{FF2B5EF4-FFF2-40B4-BE49-F238E27FC236}">
                  <a16:creationId xmlns:a16="http://schemas.microsoft.com/office/drawing/2014/main" id="{03885F5C-18AE-B36F-18AD-9590035B44D6}"/>
                </a:ext>
              </a:extLst>
            </p:cNvPr>
            <p:cNvSpPr>
              <a:spLocks/>
            </p:cNvSpPr>
            <p:nvPr/>
          </p:nvSpPr>
          <p:spPr bwMode="auto">
            <a:xfrm flipH="1" flipV="1">
              <a:off x="4314" y="122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05" name="Rectangle 33">
              <a:extLst>
                <a:ext uri="{FF2B5EF4-FFF2-40B4-BE49-F238E27FC236}">
                  <a16:creationId xmlns:a16="http://schemas.microsoft.com/office/drawing/2014/main" id="{8F935BD9-422D-F8E0-2DE4-2AA48E9E370E}"/>
                </a:ext>
              </a:extLst>
            </p:cNvPr>
            <p:cNvSpPr>
              <a:spLocks noChangeArrowheads="1"/>
            </p:cNvSpPr>
            <p:nvPr/>
          </p:nvSpPr>
          <p:spPr bwMode="auto">
            <a:xfrm>
              <a:off x="4419" y="787"/>
              <a:ext cx="114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Program is created in</a:t>
              </a:r>
            </a:p>
            <a:p>
              <a:pPr algn="just" eaLnBrk="0" hangingPunct="0">
                <a:spcBef>
                  <a:spcPct val="0"/>
                </a:spcBef>
              </a:pPr>
              <a:r>
                <a:rPr lang="en-US" altLang="en-PK" sz="1200">
                  <a:solidFill>
                    <a:srgbClr val="000000"/>
                  </a:solidFill>
                  <a:latin typeface="Times" panose="02020603050405020304" pitchFamily="18" charset="0"/>
                </a:rPr>
                <a:t>the editor and stored</a:t>
              </a:r>
            </a:p>
            <a:p>
              <a:pPr algn="just" eaLnBrk="0" hangingPunct="0">
                <a:spcBef>
                  <a:spcPct val="0"/>
                </a:spcBef>
              </a:pPr>
              <a:r>
                <a:rPr lang="en-US" altLang="en-PK" sz="1200">
                  <a:solidFill>
                    <a:srgbClr val="000000"/>
                  </a:solidFill>
                  <a:latin typeface="Times" panose="02020603050405020304" pitchFamily="18" charset="0"/>
                </a:rPr>
                <a:t>on disk.</a:t>
              </a:r>
            </a:p>
            <a:p>
              <a:pPr algn="l" eaLnBrk="0" hangingPunct="0">
                <a:spcBef>
                  <a:spcPct val="0"/>
                </a:spcBef>
              </a:pPr>
              <a:endParaRPr lang="en-US" altLang="en-PK" sz="1200">
                <a:latin typeface="Times New Roman" panose="02020603050405020304" pitchFamily="18" charset="0"/>
              </a:endParaRPr>
            </a:p>
          </p:txBody>
        </p:sp>
        <p:sp>
          <p:nvSpPr>
            <p:cNvPr id="182306" name="Rectangle 34">
              <a:extLst>
                <a:ext uri="{FF2B5EF4-FFF2-40B4-BE49-F238E27FC236}">
                  <a16:creationId xmlns:a16="http://schemas.microsoft.com/office/drawing/2014/main" id="{07C91478-C851-FA45-F951-17284CC2B020}"/>
                </a:ext>
              </a:extLst>
            </p:cNvPr>
            <p:cNvSpPr>
              <a:spLocks noChangeArrowheads="1"/>
            </p:cNvSpPr>
            <p:nvPr/>
          </p:nvSpPr>
          <p:spPr bwMode="auto">
            <a:xfrm>
              <a:off x="4419" y="1218"/>
              <a:ext cx="1149"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Preprocessor program</a:t>
              </a:r>
            </a:p>
            <a:p>
              <a:pPr algn="just" eaLnBrk="0" hangingPunct="0">
                <a:spcBef>
                  <a:spcPct val="0"/>
                </a:spcBef>
              </a:pPr>
              <a:r>
                <a:rPr lang="en-US" altLang="en-PK" sz="1200">
                  <a:solidFill>
                    <a:srgbClr val="000000"/>
                  </a:solidFill>
                  <a:latin typeface="Times" panose="02020603050405020304" pitchFamily="18" charset="0"/>
                </a:rPr>
                <a:t>processes the code.</a:t>
              </a:r>
            </a:p>
            <a:p>
              <a:pPr algn="l" eaLnBrk="0" hangingPunct="0">
                <a:spcBef>
                  <a:spcPct val="0"/>
                </a:spcBef>
              </a:pPr>
              <a:endParaRPr lang="en-US" altLang="en-PK" sz="1200">
                <a:latin typeface="Times New Roman" panose="02020603050405020304" pitchFamily="18" charset="0"/>
              </a:endParaRPr>
            </a:p>
          </p:txBody>
        </p:sp>
        <p:sp>
          <p:nvSpPr>
            <p:cNvPr id="182307" name="Rectangle 35">
              <a:extLst>
                <a:ext uri="{FF2B5EF4-FFF2-40B4-BE49-F238E27FC236}">
                  <a16:creationId xmlns:a16="http://schemas.microsoft.com/office/drawing/2014/main" id="{EF1A7C0A-EE02-6C5F-A38E-732DC8706EF1}"/>
                </a:ext>
              </a:extLst>
            </p:cNvPr>
            <p:cNvSpPr>
              <a:spLocks noChangeArrowheads="1"/>
            </p:cNvSpPr>
            <p:nvPr/>
          </p:nvSpPr>
          <p:spPr bwMode="auto">
            <a:xfrm>
              <a:off x="4422" y="2703"/>
              <a:ext cx="114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Loader puts program</a:t>
              </a:r>
            </a:p>
            <a:p>
              <a:pPr algn="just" eaLnBrk="0" hangingPunct="0">
                <a:spcBef>
                  <a:spcPct val="0"/>
                </a:spcBef>
              </a:pPr>
              <a:r>
                <a:rPr lang="en-US" altLang="en-PK" sz="1200">
                  <a:solidFill>
                    <a:srgbClr val="000000"/>
                  </a:solidFill>
                  <a:latin typeface="Times" panose="02020603050405020304" pitchFamily="18" charset="0"/>
                </a:rPr>
                <a:t>in memory.</a:t>
              </a:r>
            </a:p>
            <a:p>
              <a:pPr algn="l" eaLnBrk="0" hangingPunct="0">
                <a:spcBef>
                  <a:spcPct val="0"/>
                </a:spcBef>
              </a:pPr>
              <a:endParaRPr lang="en-US" altLang="en-PK" sz="1200">
                <a:latin typeface="Times New Roman" panose="02020603050405020304" pitchFamily="18" charset="0"/>
              </a:endParaRPr>
            </a:p>
          </p:txBody>
        </p:sp>
        <p:sp>
          <p:nvSpPr>
            <p:cNvPr id="182308" name="Rectangle 36">
              <a:extLst>
                <a:ext uri="{FF2B5EF4-FFF2-40B4-BE49-F238E27FC236}">
                  <a16:creationId xmlns:a16="http://schemas.microsoft.com/office/drawing/2014/main" id="{54853805-304F-319B-A38B-84D685E803BE}"/>
                </a:ext>
              </a:extLst>
            </p:cNvPr>
            <p:cNvSpPr>
              <a:spLocks noChangeArrowheads="1"/>
            </p:cNvSpPr>
            <p:nvPr/>
          </p:nvSpPr>
          <p:spPr bwMode="auto">
            <a:xfrm>
              <a:off x="4419" y="3518"/>
              <a:ext cx="1149" cy="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CPU takes each</a:t>
              </a:r>
            </a:p>
            <a:p>
              <a:pPr algn="just" eaLnBrk="0" hangingPunct="0">
                <a:spcBef>
                  <a:spcPct val="0"/>
                </a:spcBef>
              </a:pPr>
              <a:r>
                <a:rPr lang="en-US" altLang="en-PK" sz="1200">
                  <a:solidFill>
                    <a:srgbClr val="000000"/>
                  </a:solidFill>
                  <a:latin typeface="Times" panose="02020603050405020304" pitchFamily="18" charset="0"/>
                </a:rPr>
                <a:t>instruction and</a:t>
              </a:r>
            </a:p>
            <a:p>
              <a:pPr algn="just" eaLnBrk="0" hangingPunct="0">
                <a:spcBef>
                  <a:spcPct val="0"/>
                </a:spcBef>
              </a:pPr>
              <a:r>
                <a:rPr lang="en-US" altLang="en-PK" sz="1200">
                  <a:solidFill>
                    <a:srgbClr val="000000"/>
                  </a:solidFill>
                  <a:latin typeface="Times" panose="02020603050405020304" pitchFamily="18" charset="0"/>
                </a:rPr>
                <a:t>executes it, possibly</a:t>
              </a:r>
            </a:p>
            <a:p>
              <a:pPr algn="just" eaLnBrk="0" hangingPunct="0">
                <a:spcBef>
                  <a:spcPct val="0"/>
                </a:spcBef>
              </a:pPr>
              <a:r>
                <a:rPr lang="en-US" altLang="en-PK" sz="1200">
                  <a:solidFill>
                    <a:srgbClr val="000000"/>
                  </a:solidFill>
                  <a:latin typeface="Times" panose="02020603050405020304" pitchFamily="18" charset="0"/>
                </a:rPr>
                <a:t>storing new data</a:t>
              </a:r>
            </a:p>
            <a:p>
              <a:pPr algn="just" eaLnBrk="0" hangingPunct="0">
                <a:spcBef>
                  <a:spcPct val="0"/>
                </a:spcBef>
              </a:pPr>
              <a:r>
                <a:rPr lang="en-US" altLang="en-PK" sz="1200">
                  <a:solidFill>
                    <a:srgbClr val="000000"/>
                  </a:solidFill>
                  <a:latin typeface="Times" panose="02020603050405020304" pitchFamily="18" charset="0"/>
                </a:rPr>
                <a:t>values as the program</a:t>
              </a:r>
            </a:p>
            <a:p>
              <a:pPr algn="just" eaLnBrk="0" hangingPunct="0">
                <a:spcBef>
                  <a:spcPct val="0"/>
                </a:spcBef>
              </a:pPr>
              <a:r>
                <a:rPr lang="en-US" altLang="en-PK" sz="1200">
                  <a:solidFill>
                    <a:srgbClr val="000000"/>
                  </a:solidFill>
                  <a:latin typeface="Times" panose="02020603050405020304" pitchFamily="18" charset="0"/>
                </a:rPr>
                <a:t>executes.</a:t>
              </a:r>
            </a:p>
            <a:p>
              <a:pPr algn="l" eaLnBrk="0" hangingPunct="0">
                <a:spcBef>
                  <a:spcPct val="0"/>
                </a:spcBef>
              </a:pPr>
              <a:endParaRPr lang="en-US" altLang="en-PK" sz="1200">
                <a:latin typeface="Times New Roman" panose="02020603050405020304" pitchFamily="18" charset="0"/>
              </a:endParaRPr>
            </a:p>
          </p:txBody>
        </p:sp>
        <p:sp>
          <p:nvSpPr>
            <p:cNvPr id="182309" name="Freeform 37">
              <a:extLst>
                <a:ext uri="{FF2B5EF4-FFF2-40B4-BE49-F238E27FC236}">
                  <a16:creationId xmlns:a16="http://schemas.microsoft.com/office/drawing/2014/main" id="{75E8762F-46EC-47C5-9388-0DFBFDBF0776}"/>
                </a:ext>
              </a:extLst>
            </p:cNvPr>
            <p:cNvSpPr>
              <a:spLocks/>
            </p:cNvSpPr>
            <p:nvPr/>
          </p:nvSpPr>
          <p:spPr bwMode="auto">
            <a:xfrm>
              <a:off x="2638" y="1545"/>
              <a:ext cx="756" cy="288"/>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10" name="Rectangle 38">
              <a:extLst>
                <a:ext uri="{FF2B5EF4-FFF2-40B4-BE49-F238E27FC236}">
                  <a16:creationId xmlns:a16="http://schemas.microsoft.com/office/drawing/2014/main" id="{34E97BD7-B894-659F-1B33-BA4B14459B36}"/>
                </a:ext>
              </a:extLst>
            </p:cNvPr>
            <p:cNvSpPr>
              <a:spLocks noChangeArrowheads="1"/>
            </p:cNvSpPr>
            <p:nvPr/>
          </p:nvSpPr>
          <p:spPr bwMode="auto">
            <a:xfrm>
              <a:off x="2790" y="1635"/>
              <a:ext cx="450"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Compiler</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311" name="Freeform 39">
              <a:extLst>
                <a:ext uri="{FF2B5EF4-FFF2-40B4-BE49-F238E27FC236}">
                  <a16:creationId xmlns:a16="http://schemas.microsoft.com/office/drawing/2014/main" id="{C1EBC6D9-9A18-C539-B37B-15CC43580793}"/>
                </a:ext>
              </a:extLst>
            </p:cNvPr>
            <p:cNvSpPr>
              <a:spLocks/>
            </p:cNvSpPr>
            <p:nvPr/>
          </p:nvSpPr>
          <p:spPr bwMode="auto">
            <a:xfrm>
              <a:off x="3396" y="1689"/>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PK"/>
            </a:p>
          </p:txBody>
        </p:sp>
        <p:grpSp>
          <p:nvGrpSpPr>
            <p:cNvPr id="182312" name="Group 40">
              <a:extLst>
                <a:ext uri="{FF2B5EF4-FFF2-40B4-BE49-F238E27FC236}">
                  <a16:creationId xmlns:a16="http://schemas.microsoft.com/office/drawing/2014/main" id="{89BBB39C-AE91-525E-A374-042F69592C87}"/>
                </a:ext>
              </a:extLst>
            </p:cNvPr>
            <p:cNvGrpSpPr>
              <a:grpSpLocks/>
            </p:cNvGrpSpPr>
            <p:nvPr/>
          </p:nvGrpSpPr>
          <p:grpSpPr bwMode="auto">
            <a:xfrm>
              <a:off x="4260" y="1538"/>
              <a:ext cx="108" cy="288"/>
              <a:chOff x="0" y="0"/>
              <a:chExt cx="19999" cy="20001"/>
            </a:xfrm>
          </p:grpSpPr>
          <p:sp>
            <p:nvSpPr>
              <p:cNvPr id="182313" name="Arc 41">
                <a:extLst>
                  <a:ext uri="{FF2B5EF4-FFF2-40B4-BE49-F238E27FC236}">
                    <a16:creationId xmlns:a16="http://schemas.microsoft.com/office/drawing/2014/main" id="{3A2A44BE-84E7-80B7-2D98-820C3F5E4977}"/>
                  </a:ext>
                </a:extLst>
              </p:cNvPr>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14" name="Arc 42">
                <a:extLst>
                  <a:ext uri="{FF2B5EF4-FFF2-40B4-BE49-F238E27FC236}">
                    <a16:creationId xmlns:a16="http://schemas.microsoft.com/office/drawing/2014/main" id="{65706C5E-0935-F76D-57BB-6EF45460A32F}"/>
                  </a:ext>
                </a:extLst>
              </p:cNvPr>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15" name="Arc 43">
                <a:extLst>
                  <a:ext uri="{FF2B5EF4-FFF2-40B4-BE49-F238E27FC236}">
                    <a16:creationId xmlns:a16="http://schemas.microsoft.com/office/drawing/2014/main" id="{27080EC0-8180-727E-8D4E-607A24ECC856}"/>
                  </a:ext>
                </a:extLst>
              </p:cNvPr>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16" name="Arc 44">
                <a:extLst>
                  <a:ext uri="{FF2B5EF4-FFF2-40B4-BE49-F238E27FC236}">
                    <a16:creationId xmlns:a16="http://schemas.microsoft.com/office/drawing/2014/main" id="{B78C056D-94A5-EADD-4CF0-A1F987A73592}"/>
                  </a:ext>
                </a:extLst>
              </p:cNvPr>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sp>
          <p:nvSpPr>
            <p:cNvPr id="182317" name="Rectangle 45">
              <a:extLst>
                <a:ext uri="{FF2B5EF4-FFF2-40B4-BE49-F238E27FC236}">
                  <a16:creationId xmlns:a16="http://schemas.microsoft.com/office/drawing/2014/main" id="{ADD59312-9D2C-1404-B6B0-4F97DA680357}"/>
                </a:ext>
              </a:extLst>
            </p:cNvPr>
            <p:cNvSpPr>
              <a:spLocks noChangeArrowheads="1"/>
            </p:cNvSpPr>
            <p:nvPr/>
          </p:nvSpPr>
          <p:spPr bwMode="auto">
            <a:xfrm>
              <a:off x="4419" y="1520"/>
              <a:ext cx="114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Compiler creates</a:t>
              </a:r>
            </a:p>
            <a:p>
              <a:pPr algn="just" eaLnBrk="0" hangingPunct="0">
                <a:spcBef>
                  <a:spcPct val="0"/>
                </a:spcBef>
              </a:pPr>
              <a:r>
                <a:rPr lang="en-US" altLang="en-PK" sz="1200">
                  <a:solidFill>
                    <a:srgbClr val="000000"/>
                  </a:solidFill>
                  <a:latin typeface="Times" panose="02020603050405020304" pitchFamily="18" charset="0"/>
                </a:rPr>
                <a:t>object code and stores</a:t>
              </a:r>
            </a:p>
            <a:p>
              <a:pPr algn="just" eaLnBrk="0" hangingPunct="0">
                <a:spcBef>
                  <a:spcPct val="0"/>
                </a:spcBef>
              </a:pPr>
              <a:r>
                <a:rPr lang="en-US" altLang="en-PK" sz="1200">
                  <a:solidFill>
                    <a:srgbClr val="000000"/>
                  </a:solidFill>
                  <a:latin typeface="Times" panose="02020603050405020304" pitchFamily="18" charset="0"/>
                </a:rPr>
                <a:t>it on disk.</a:t>
              </a:r>
            </a:p>
            <a:p>
              <a:pPr algn="l" eaLnBrk="0" hangingPunct="0">
                <a:spcBef>
                  <a:spcPct val="0"/>
                </a:spcBef>
              </a:pPr>
              <a:endParaRPr lang="en-US" altLang="en-PK" sz="1200">
                <a:latin typeface="Times New Roman" panose="02020603050405020304" pitchFamily="18" charset="0"/>
              </a:endParaRPr>
            </a:p>
          </p:txBody>
        </p:sp>
        <p:sp>
          <p:nvSpPr>
            <p:cNvPr id="182318" name="Freeform 46">
              <a:extLst>
                <a:ext uri="{FF2B5EF4-FFF2-40B4-BE49-F238E27FC236}">
                  <a16:creationId xmlns:a16="http://schemas.microsoft.com/office/drawing/2014/main" id="{34FB911D-EDC8-0F4B-5467-87884E8B24E4}"/>
                </a:ext>
              </a:extLst>
            </p:cNvPr>
            <p:cNvSpPr>
              <a:spLocks/>
            </p:cNvSpPr>
            <p:nvPr/>
          </p:nvSpPr>
          <p:spPr bwMode="auto">
            <a:xfrm>
              <a:off x="3396" y="2072"/>
              <a:ext cx="324" cy="0"/>
            </a:xfrm>
            <a:custGeom>
              <a:avLst/>
              <a:gdLst>
                <a:gd name="T0" fmla="*/ 19972 w 20000"/>
                <a:gd name="T1" fmla="*/ 0 h 20000"/>
                <a:gd name="T2" fmla="*/ 0 w 20000"/>
                <a:gd name="T3" fmla="*/ 0 h 20000"/>
              </a:gdLst>
              <a:ahLst/>
              <a:cxnLst>
                <a:cxn ang="0">
                  <a:pos x="T0" y="T1"/>
                </a:cxn>
                <a:cxn ang="0">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19" name="Arc 47">
              <a:extLst>
                <a:ext uri="{FF2B5EF4-FFF2-40B4-BE49-F238E27FC236}">
                  <a16:creationId xmlns:a16="http://schemas.microsoft.com/office/drawing/2014/main" id="{DDDC8EB2-B981-D308-E90F-8D4A166FADB1}"/>
                </a:ext>
              </a:extLst>
            </p:cNvPr>
            <p:cNvSpPr>
              <a:spLocks/>
            </p:cNvSpPr>
            <p:nvPr/>
          </p:nvSpPr>
          <p:spPr bwMode="auto">
            <a:xfrm>
              <a:off x="4260" y="192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20" name="Arc 48">
              <a:extLst>
                <a:ext uri="{FF2B5EF4-FFF2-40B4-BE49-F238E27FC236}">
                  <a16:creationId xmlns:a16="http://schemas.microsoft.com/office/drawing/2014/main" id="{4356F7C9-41D4-AE41-4121-F7B19245AF6D}"/>
                </a:ext>
              </a:extLst>
            </p:cNvPr>
            <p:cNvSpPr>
              <a:spLocks/>
            </p:cNvSpPr>
            <p:nvPr/>
          </p:nvSpPr>
          <p:spPr bwMode="auto">
            <a:xfrm flipV="1">
              <a:off x="4260" y="213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21" name="Arc 49">
              <a:extLst>
                <a:ext uri="{FF2B5EF4-FFF2-40B4-BE49-F238E27FC236}">
                  <a16:creationId xmlns:a16="http://schemas.microsoft.com/office/drawing/2014/main" id="{D1667C5F-47D3-C7AF-BB58-5A50EBDF5DEB}"/>
                </a:ext>
              </a:extLst>
            </p:cNvPr>
            <p:cNvSpPr>
              <a:spLocks/>
            </p:cNvSpPr>
            <p:nvPr/>
          </p:nvSpPr>
          <p:spPr bwMode="auto">
            <a:xfrm flipH="1">
              <a:off x="4314" y="206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22" name="Arc 50">
              <a:extLst>
                <a:ext uri="{FF2B5EF4-FFF2-40B4-BE49-F238E27FC236}">
                  <a16:creationId xmlns:a16="http://schemas.microsoft.com/office/drawing/2014/main" id="{5673E8BB-F125-770E-909F-8C5AECBF224D}"/>
                </a:ext>
              </a:extLst>
            </p:cNvPr>
            <p:cNvSpPr>
              <a:spLocks/>
            </p:cNvSpPr>
            <p:nvPr/>
          </p:nvSpPr>
          <p:spPr bwMode="auto">
            <a:xfrm flipH="1" flipV="1">
              <a:off x="4314" y="1993"/>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23" name="Rectangle 51">
              <a:extLst>
                <a:ext uri="{FF2B5EF4-FFF2-40B4-BE49-F238E27FC236}">
                  <a16:creationId xmlns:a16="http://schemas.microsoft.com/office/drawing/2014/main" id="{F128269E-3273-9EB4-F348-EB219A0E6078}"/>
                </a:ext>
              </a:extLst>
            </p:cNvPr>
            <p:cNvSpPr>
              <a:spLocks noChangeArrowheads="1"/>
            </p:cNvSpPr>
            <p:nvPr/>
          </p:nvSpPr>
          <p:spPr bwMode="auto">
            <a:xfrm>
              <a:off x="4419" y="1920"/>
              <a:ext cx="11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just">
                <a:spcBef>
                  <a:spcPct val="0"/>
                </a:spcBef>
              </a:pPr>
              <a:r>
                <a:rPr lang="en-US" altLang="en-PK" sz="1200">
                  <a:solidFill>
                    <a:srgbClr val="000000"/>
                  </a:solidFill>
                  <a:latin typeface="Times" panose="02020603050405020304" pitchFamily="18" charset="0"/>
                </a:rPr>
                <a:t>Linker links the object</a:t>
              </a:r>
            </a:p>
            <a:p>
              <a:pPr algn="just" eaLnBrk="0" hangingPunct="0">
                <a:spcBef>
                  <a:spcPct val="0"/>
                </a:spcBef>
              </a:pPr>
              <a:r>
                <a:rPr lang="en-US" altLang="en-PK" sz="1200">
                  <a:solidFill>
                    <a:srgbClr val="000000"/>
                  </a:solidFill>
                  <a:latin typeface="Times" panose="02020603050405020304" pitchFamily="18" charset="0"/>
                </a:rPr>
                <a:t>code with the libraries,</a:t>
              </a:r>
            </a:p>
            <a:p>
              <a:pPr algn="just" eaLnBrk="0" hangingPunct="0">
                <a:spcBef>
                  <a:spcPct val="0"/>
                </a:spcBef>
              </a:pPr>
              <a:r>
                <a:rPr lang="en-US" altLang="en-PK" sz="1200">
                  <a:solidFill>
                    <a:srgbClr val="000000"/>
                  </a:solidFill>
                  <a:latin typeface="Times" panose="02020603050405020304" pitchFamily="18" charset="0"/>
                </a:rPr>
                <a:t>creates </a:t>
              </a:r>
              <a:r>
                <a:rPr lang="en-US" altLang="en-PK" sz="1200">
                  <a:solidFill>
                    <a:srgbClr val="000000"/>
                  </a:solidFill>
                  <a:latin typeface="Courier New" panose="02070309020205020404" pitchFamily="49" charset="0"/>
                  <a:cs typeface="Courier New" panose="02070309020205020404" pitchFamily="49" charset="0"/>
                </a:rPr>
                <a:t>a.out</a:t>
              </a:r>
              <a:r>
                <a:rPr lang="en-US" altLang="en-PK" sz="1200">
                  <a:solidFill>
                    <a:srgbClr val="000000"/>
                  </a:solidFill>
                  <a:latin typeface="Times" panose="02020603050405020304" pitchFamily="18" charset="0"/>
                </a:rPr>
                <a:t> and</a:t>
              </a:r>
            </a:p>
            <a:p>
              <a:pPr algn="just" eaLnBrk="0" hangingPunct="0">
                <a:spcBef>
                  <a:spcPct val="0"/>
                </a:spcBef>
              </a:pPr>
              <a:r>
                <a:rPr lang="en-US" altLang="en-PK" sz="1200">
                  <a:solidFill>
                    <a:srgbClr val="000000"/>
                  </a:solidFill>
                  <a:latin typeface="Times" panose="02020603050405020304" pitchFamily="18" charset="0"/>
                </a:rPr>
                <a:t>stores it on disk</a:t>
              </a:r>
            </a:p>
            <a:p>
              <a:pPr algn="l" eaLnBrk="0" hangingPunct="0">
                <a:spcBef>
                  <a:spcPct val="0"/>
                </a:spcBef>
              </a:pPr>
              <a:endParaRPr lang="en-US" altLang="en-PK" sz="1200">
                <a:latin typeface="Times New Roman" panose="02020603050405020304" pitchFamily="18" charset="0"/>
                <a:cs typeface="Courier New" panose="02070309020205020404" pitchFamily="49" charset="0"/>
              </a:endParaRPr>
            </a:p>
          </p:txBody>
        </p:sp>
        <p:grpSp>
          <p:nvGrpSpPr>
            <p:cNvPr id="182324" name="Group 52">
              <a:extLst>
                <a:ext uri="{FF2B5EF4-FFF2-40B4-BE49-F238E27FC236}">
                  <a16:creationId xmlns:a16="http://schemas.microsoft.com/office/drawing/2014/main" id="{7DE8895A-D6D6-0283-D073-35BB60F74F46}"/>
                </a:ext>
              </a:extLst>
            </p:cNvPr>
            <p:cNvGrpSpPr>
              <a:grpSpLocks/>
            </p:cNvGrpSpPr>
            <p:nvPr/>
          </p:nvGrpSpPr>
          <p:grpSpPr bwMode="auto">
            <a:xfrm>
              <a:off x="2638" y="762"/>
              <a:ext cx="756" cy="288"/>
              <a:chOff x="0" y="0"/>
              <a:chExt cx="20000" cy="20000"/>
            </a:xfrm>
          </p:grpSpPr>
          <p:sp>
            <p:nvSpPr>
              <p:cNvPr id="182325" name="Freeform 53">
                <a:extLst>
                  <a:ext uri="{FF2B5EF4-FFF2-40B4-BE49-F238E27FC236}">
                    <a16:creationId xmlns:a16="http://schemas.microsoft.com/office/drawing/2014/main" id="{E39D25DA-C975-990B-F2F5-B92808107C0D}"/>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sp>
            <p:nvSpPr>
              <p:cNvPr id="182326" name="Freeform 54">
                <a:extLst>
                  <a:ext uri="{FF2B5EF4-FFF2-40B4-BE49-F238E27FC236}">
                    <a16:creationId xmlns:a16="http://schemas.microsoft.com/office/drawing/2014/main" id="{70457C00-B501-72FE-1026-E9B26422B34B}"/>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27" name="Rectangle 55">
                <a:extLst>
                  <a:ext uri="{FF2B5EF4-FFF2-40B4-BE49-F238E27FC236}">
                    <a16:creationId xmlns:a16="http://schemas.microsoft.com/office/drawing/2014/main" id="{73503AFF-51D1-A3B2-BAFF-3D5C620EB6EE}"/>
                  </a:ext>
                </a:extLst>
              </p:cNvPr>
              <p:cNvSpPr>
                <a:spLocks noChangeArrowheads="1"/>
              </p:cNvSpPr>
              <p:nvPr/>
            </p:nvSpPr>
            <p:spPr bwMode="auto">
              <a:xfrm>
                <a:off x="5464" y="6306"/>
                <a:ext cx="9060" cy="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Editor</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grpSp>
        <p:grpSp>
          <p:nvGrpSpPr>
            <p:cNvPr id="182328" name="Group 56">
              <a:extLst>
                <a:ext uri="{FF2B5EF4-FFF2-40B4-BE49-F238E27FC236}">
                  <a16:creationId xmlns:a16="http://schemas.microsoft.com/office/drawing/2014/main" id="{462F8BF5-483E-8A7D-A544-148EF971E956}"/>
                </a:ext>
              </a:extLst>
            </p:cNvPr>
            <p:cNvGrpSpPr>
              <a:grpSpLocks/>
            </p:cNvGrpSpPr>
            <p:nvPr/>
          </p:nvGrpSpPr>
          <p:grpSpPr bwMode="auto">
            <a:xfrm>
              <a:off x="2638" y="1161"/>
              <a:ext cx="756" cy="288"/>
              <a:chOff x="0" y="0"/>
              <a:chExt cx="20000" cy="20000"/>
            </a:xfrm>
          </p:grpSpPr>
          <p:sp>
            <p:nvSpPr>
              <p:cNvPr id="182329" name="Freeform 57">
                <a:extLst>
                  <a:ext uri="{FF2B5EF4-FFF2-40B4-BE49-F238E27FC236}">
                    <a16:creationId xmlns:a16="http://schemas.microsoft.com/office/drawing/2014/main" id="{12FAE6A7-D828-81CC-ACBE-F14CF93F8E57}"/>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grpSp>
            <p:nvGrpSpPr>
              <p:cNvPr id="182330" name="Group 58">
                <a:extLst>
                  <a:ext uri="{FF2B5EF4-FFF2-40B4-BE49-F238E27FC236}">
                    <a16:creationId xmlns:a16="http://schemas.microsoft.com/office/drawing/2014/main" id="{2156C95D-C8AB-E834-3811-72416346D956}"/>
                  </a:ext>
                </a:extLst>
              </p:cNvPr>
              <p:cNvGrpSpPr>
                <a:grpSpLocks/>
              </p:cNvGrpSpPr>
              <p:nvPr/>
            </p:nvGrpSpPr>
            <p:grpSpPr bwMode="auto">
              <a:xfrm>
                <a:off x="0" y="0"/>
                <a:ext cx="20000" cy="20000"/>
                <a:chOff x="0" y="0"/>
                <a:chExt cx="20000" cy="20000"/>
              </a:xfrm>
            </p:grpSpPr>
            <p:sp>
              <p:nvSpPr>
                <p:cNvPr id="182331" name="Freeform 59">
                  <a:extLst>
                    <a:ext uri="{FF2B5EF4-FFF2-40B4-BE49-F238E27FC236}">
                      <a16:creationId xmlns:a16="http://schemas.microsoft.com/office/drawing/2014/main" id="{407252F8-B761-987E-5CC4-5A03A407EF3E}"/>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32" name="Rectangle 60">
                  <a:extLst>
                    <a:ext uri="{FF2B5EF4-FFF2-40B4-BE49-F238E27FC236}">
                      <a16:creationId xmlns:a16="http://schemas.microsoft.com/office/drawing/2014/main" id="{328BD017-49DD-1BE3-EFEC-CE75DC184995}"/>
                    </a:ext>
                  </a:extLst>
                </p:cNvPr>
                <p:cNvSpPr>
                  <a:spLocks noChangeArrowheads="1"/>
                </p:cNvSpPr>
                <p:nvPr/>
              </p:nvSpPr>
              <p:spPr bwMode="auto">
                <a:xfrm>
                  <a:off x="1179" y="5861"/>
                  <a:ext cx="17631" cy="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Preprocessor</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grpSp>
        </p:grpSp>
        <p:grpSp>
          <p:nvGrpSpPr>
            <p:cNvPr id="182333" name="Group 61">
              <a:extLst>
                <a:ext uri="{FF2B5EF4-FFF2-40B4-BE49-F238E27FC236}">
                  <a16:creationId xmlns:a16="http://schemas.microsoft.com/office/drawing/2014/main" id="{F9361EAF-6623-EA7D-958D-2C9FFA4F8834}"/>
                </a:ext>
              </a:extLst>
            </p:cNvPr>
            <p:cNvGrpSpPr>
              <a:grpSpLocks/>
            </p:cNvGrpSpPr>
            <p:nvPr/>
          </p:nvGrpSpPr>
          <p:grpSpPr bwMode="auto">
            <a:xfrm>
              <a:off x="2638" y="1928"/>
              <a:ext cx="756" cy="288"/>
              <a:chOff x="0" y="0"/>
              <a:chExt cx="20000" cy="20000"/>
            </a:xfrm>
          </p:grpSpPr>
          <p:sp>
            <p:nvSpPr>
              <p:cNvPr id="182334" name="Freeform 62">
                <a:extLst>
                  <a:ext uri="{FF2B5EF4-FFF2-40B4-BE49-F238E27FC236}">
                    <a16:creationId xmlns:a16="http://schemas.microsoft.com/office/drawing/2014/main" id="{BD471BDB-4139-4FA2-AD89-242532B62AFC}"/>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grpSp>
            <p:nvGrpSpPr>
              <p:cNvPr id="182335" name="Group 63">
                <a:extLst>
                  <a:ext uri="{FF2B5EF4-FFF2-40B4-BE49-F238E27FC236}">
                    <a16:creationId xmlns:a16="http://schemas.microsoft.com/office/drawing/2014/main" id="{30090FCA-FF38-DD3E-4689-0026EB1980A3}"/>
                  </a:ext>
                </a:extLst>
              </p:cNvPr>
              <p:cNvGrpSpPr>
                <a:grpSpLocks/>
              </p:cNvGrpSpPr>
              <p:nvPr/>
            </p:nvGrpSpPr>
            <p:grpSpPr bwMode="auto">
              <a:xfrm>
                <a:off x="0" y="0"/>
                <a:ext cx="20000" cy="20000"/>
                <a:chOff x="0" y="0"/>
                <a:chExt cx="20000" cy="20000"/>
              </a:xfrm>
            </p:grpSpPr>
            <p:sp>
              <p:nvSpPr>
                <p:cNvPr id="182336" name="Freeform 64">
                  <a:extLst>
                    <a:ext uri="{FF2B5EF4-FFF2-40B4-BE49-F238E27FC236}">
                      <a16:creationId xmlns:a16="http://schemas.microsoft.com/office/drawing/2014/main" id="{C6BFCBBF-92D8-E1C5-8D21-ADE24FBC9EFE}"/>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37" name="Rectangle 65">
                  <a:extLst>
                    <a:ext uri="{FF2B5EF4-FFF2-40B4-BE49-F238E27FC236}">
                      <a16:creationId xmlns:a16="http://schemas.microsoft.com/office/drawing/2014/main" id="{16CE2C23-08A7-5FED-1115-D0E1ABD02FAD}"/>
                    </a:ext>
                  </a:extLst>
                </p:cNvPr>
                <p:cNvSpPr>
                  <a:spLocks noChangeArrowheads="1"/>
                </p:cNvSpPr>
                <p:nvPr/>
              </p:nvSpPr>
              <p:spPr bwMode="auto">
                <a:xfrm>
                  <a:off x="5464" y="5889"/>
                  <a:ext cx="9060" cy="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Linker</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grpSp>
        </p:grpSp>
        <p:grpSp>
          <p:nvGrpSpPr>
            <p:cNvPr id="182338" name="Group 66">
              <a:extLst>
                <a:ext uri="{FF2B5EF4-FFF2-40B4-BE49-F238E27FC236}">
                  <a16:creationId xmlns:a16="http://schemas.microsoft.com/office/drawing/2014/main" id="{CDF3BB06-4614-E032-FD0F-C55DA3251745}"/>
                </a:ext>
              </a:extLst>
            </p:cNvPr>
            <p:cNvGrpSpPr>
              <a:grpSpLocks/>
            </p:cNvGrpSpPr>
            <p:nvPr/>
          </p:nvGrpSpPr>
          <p:grpSpPr bwMode="auto">
            <a:xfrm>
              <a:off x="2638" y="3389"/>
              <a:ext cx="756" cy="288"/>
              <a:chOff x="0" y="0"/>
              <a:chExt cx="20000" cy="20000"/>
            </a:xfrm>
          </p:grpSpPr>
          <p:grpSp>
            <p:nvGrpSpPr>
              <p:cNvPr id="182339" name="Group 67">
                <a:extLst>
                  <a:ext uri="{FF2B5EF4-FFF2-40B4-BE49-F238E27FC236}">
                    <a16:creationId xmlns:a16="http://schemas.microsoft.com/office/drawing/2014/main" id="{22D7D924-DA62-57B7-2DCC-27677A66F793}"/>
                  </a:ext>
                </a:extLst>
              </p:cNvPr>
              <p:cNvGrpSpPr>
                <a:grpSpLocks/>
              </p:cNvGrpSpPr>
              <p:nvPr/>
            </p:nvGrpSpPr>
            <p:grpSpPr bwMode="auto">
              <a:xfrm>
                <a:off x="0" y="0"/>
                <a:ext cx="20000" cy="20000"/>
                <a:chOff x="0" y="0"/>
                <a:chExt cx="20000" cy="20000"/>
              </a:xfrm>
            </p:grpSpPr>
            <p:sp>
              <p:nvSpPr>
                <p:cNvPr id="182340" name="Freeform 68">
                  <a:extLst>
                    <a:ext uri="{FF2B5EF4-FFF2-40B4-BE49-F238E27FC236}">
                      <a16:creationId xmlns:a16="http://schemas.microsoft.com/office/drawing/2014/main" id="{3826C1AE-B6AD-1450-83B8-227723F1A044}"/>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PK"/>
                </a:p>
              </p:txBody>
            </p:sp>
            <p:sp>
              <p:nvSpPr>
                <p:cNvPr id="182341" name="Rectangle 69">
                  <a:extLst>
                    <a:ext uri="{FF2B5EF4-FFF2-40B4-BE49-F238E27FC236}">
                      <a16:creationId xmlns:a16="http://schemas.microsoft.com/office/drawing/2014/main" id="{6B140C48-AB83-6B55-8E4A-221CF6E0FBE7}"/>
                    </a:ext>
                  </a:extLst>
                </p:cNvPr>
                <p:cNvSpPr>
                  <a:spLocks noChangeArrowheads="1"/>
                </p:cNvSpPr>
                <p:nvPr/>
              </p:nvSpPr>
              <p:spPr bwMode="auto">
                <a:xfrm>
                  <a:off x="9750" y="12222"/>
                  <a:ext cx="488" cy="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200">
                      <a:latin typeface="Times New Roman" panose="02020603050405020304" pitchFamily="18" charset="0"/>
                    </a:rPr>
                    <a:t> </a:t>
                  </a:r>
                </a:p>
                <a:p>
                  <a:pPr algn="l" eaLnBrk="0" hangingPunct="0">
                    <a:spcBef>
                      <a:spcPct val="0"/>
                    </a:spcBef>
                  </a:pPr>
                  <a:endParaRPr lang="en-US" altLang="en-PK" sz="2400">
                    <a:latin typeface="Times New Roman" panose="02020603050405020304" pitchFamily="18" charset="0"/>
                  </a:endParaRPr>
                </a:p>
              </p:txBody>
            </p:sp>
          </p:grpSp>
          <p:grpSp>
            <p:nvGrpSpPr>
              <p:cNvPr id="182342" name="Group 70">
                <a:extLst>
                  <a:ext uri="{FF2B5EF4-FFF2-40B4-BE49-F238E27FC236}">
                    <a16:creationId xmlns:a16="http://schemas.microsoft.com/office/drawing/2014/main" id="{B9FC56F4-1786-493C-6AE3-EBC68D8D0345}"/>
                  </a:ext>
                </a:extLst>
              </p:cNvPr>
              <p:cNvGrpSpPr>
                <a:grpSpLocks/>
              </p:cNvGrpSpPr>
              <p:nvPr/>
            </p:nvGrpSpPr>
            <p:grpSpPr bwMode="auto">
              <a:xfrm>
                <a:off x="0" y="0"/>
                <a:ext cx="20000" cy="20000"/>
                <a:chOff x="0" y="0"/>
                <a:chExt cx="20000" cy="20000"/>
              </a:xfrm>
            </p:grpSpPr>
            <p:sp>
              <p:nvSpPr>
                <p:cNvPr id="182343" name="Freeform 71">
                  <a:extLst>
                    <a:ext uri="{FF2B5EF4-FFF2-40B4-BE49-F238E27FC236}">
                      <a16:creationId xmlns:a16="http://schemas.microsoft.com/office/drawing/2014/main" id="{BE1A3E88-00C6-A516-9BAF-D2501723119C}"/>
                    </a:ext>
                  </a:extLst>
                </p:cNvPr>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Lst>
                  <a:ahLst/>
                  <a:cxnLst>
                    <a:cxn ang="0">
                      <a:pos x="T0" y="T1"/>
                    </a:cxn>
                    <a:cxn ang="0">
                      <a:pos x="T2" y="T3"/>
                    </a:cxn>
                    <a:cxn ang="0">
                      <a:pos x="T4" y="T5"/>
                    </a:cxn>
                    <a:cxn ang="0">
                      <a:pos x="T6" y="T7"/>
                    </a:cxn>
                    <a:cxn ang="0">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44" name="Rectangle 72">
                  <a:extLst>
                    <a:ext uri="{FF2B5EF4-FFF2-40B4-BE49-F238E27FC236}">
                      <a16:creationId xmlns:a16="http://schemas.microsoft.com/office/drawing/2014/main" id="{C1B6E17F-1E5D-8FC4-6CE5-BEFFF71BB99C}"/>
                    </a:ext>
                  </a:extLst>
                </p:cNvPr>
                <p:cNvSpPr>
                  <a:spLocks noChangeArrowheads="1"/>
                </p:cNvSpPr>
                <p:nvPr/>
              </p:nvSpPr>
              <p:spPr bwMode="auto">
                <a:xfrm>
                  <a:off x="7607" y="6667"/>
                  <a:ext cx="6890" cy="1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dirty="0">
                      <a:solidFill>
                        <a:srgbClr val="000000"/>
                      </a:solidFill>
                      <a:latin typeface="Times New Roman" panose="02020603050405020304" pitchFamily="18" charset="0"/>
                      <a:ea typeface="Mincho" charset="-128"/>
                    </a:rPr>
                    <a:t>CPU</a:t>
                  </a:r>
                  <a:endParaRPr lang="en-US" altLang="en-PK" sz="1200" dirty="0">
                    <a:solidFill>
                      <a:srgbClr val="000000"/>
                    </a:solidFill>
                    <a:latin typeface="Times New Roman" panose="02020603050405020304" pitchFamily="18" charset="0"/>
                  </a:endParaRPr>
                </a:p>
                <a:p>
                  <a:pPr algn="l" eaLnBrk="0" hangingPunct="0">
                    <a:spcBef>
                      <a:spcPct val="0"/>
                    </a:spcBef>
                  </a:pPr>
                  <a:endParaRPr lang="en-US" altLang="en-PK" sz="2400" dirty="0">
                    <a:latin typeface="Times New Roman" panose="02020603050405020304" pitchFamily="18" charset="0"/>
                    <a:ea typeface="Mincho" charset="-128"/>
                  </a:endParaRPr>
                </a:p>
              </p:txBody>
            </p:sp>
          </p:grpSp>
        </p:grpSp>
        <p:sp>
          <p:nvSpPr>
            <p:cNvPr id="182345" name="Rectangle 73">
              <a:extLst>
                <a:ext uri="{FF2B5EF4-FFF2-40B4-BE49-F238E27FC236}">
                  <a16:creationId xmlns:a16="http://schemas.microsoft.com/office/drawing/2014/main" id="{D41C4FB6-E189-30E9-5918-061D48001231}"/>
                </a:ext>
              </a:extLst>
            </p:cNvPr>
            <p:cNvSpPr>
              <a:spLocks noChangeArrowheads="1"/>
            </p:cNvSpPr>
            <p:nvPr/>
          </p:nvSpPr>
          <p:spPr bwMode="auto">
            <a:xfrm>
              <a:off x="3710" y="3283"/>
              <a:ext cx="64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900" dirty="0">
                  <a:solidFill>
                    <a:srgbClr val="000000"/>
                  </a:solidFill>
                  <a:latin typeface="AvantGarde" pitchFamily="34" charset="0"/>
                </a:rPr>
                <a:t>Primary</a:t>
              </a:r>
              <a:endParaRPr lang="en-US" altLang="en-PK" sz="1000" dirty="0">
                <a:solidFill>
                  <a:srgbClr val="000000"/>
                </a:solidFill>
                <a:latin typeface="Times" panose="02020603050405020304" pitchFamily="18" charset="0"/>
              </a:endParaRPr>
            </a:p>
            <a:p>
              <a:pPr algn="ctr" eaLnBrk="0" hangingPunct="0"/>
              <a:r>
                <a:rPr lang="en-US" altLang="en-PK" sz="900" dirty="0">
                  <a:solidFill>
                    <a:srgbClr val="000000"/>
                  </a:solidFill>
                  <a:latin typeface="AvantGarde" pitchFamily="34" charset="0"/>
                </a:rPr>
                <a:t>Memory</a:t>
              </a:r>
              <a:endParaRPr lang="en-US" altLang="en-PK" sz="1000" dirty="0">
                <a:solidFill>
                  <a:srgbClr val="000000"/>
                </a:solidFill>
                <a:latin typeface="Times" panose="02020603050405020304" pitchFamily="18" charset="0"/>
              </a:endParaRPr>
            </a:p>
            <a:p>
              <a:pPr eaLnBrk="0" hangingPunct="0"/>
              <a:endParaRPr lang="en-US" altLang="en-PK" dirty="0"/>
            </a:p>
          </p:txBody>
        </p:sp>
        <p:grpSp>
          <p:nvGrpSpPr>
            <p:cNvPr id="182346" name="Group 74">
              <a:extLst>
                <a:ext uri="{FF2B5EF4-FFF2-40B4-BE49-F238E27FC236}">
                  <a16:creationId xmlns:a16="http://schemas.microsoft.com/office/drawing/2014/main" id="{5E275AD6-4E55-0C93-C35D-201297DEEF6D}"/>
                </a:ext>
              </a:extLst>
            </p:cNvPr>
            <p:cNvGrpSpPr>
              <a:grpSpLocks/>
            </p:cNvGrpSpPr>
            <p:nvPr/>
          </p:nvGrpSpPr>
          <p:grpSpPr bwMode="auto">
            <a:xfrm>
              <a:off x="3720" y="3477"/>
              <a:ext cx="487" cy="764"/>
              <a:chOff x="-2" y="1"/>
              <a:chExt cx="20003" cy="19999"/>
            </a:xfrm>
          </p:grpSpPr>
          <p:sp>
            <p:nvSpPr>
              <p:cNvPr id="182347" name="Rectangle 75">
                <a:extLst>
                  <a:ext uri="{FF2B5EF4-FFF2-40B4-BE49-F238E27FC236}">
                    <a16:creationId xmlns:a16="http://schemas.microsoft.com/office/drawing/2014/main" id="{3236A75D-0D2E-F9A5-9058-1FD5D41B2279}"/>
                  </a:ext>
                </a:extLst>
              </p:cNvPr>
              <p:cNvSpPr>
                <a:spLocks noChangeArrowheads="1"/>
              </p:cNvSpPr>
              <p:nvPr/>
            </p:nvSpPr>
            <p:spPr bwMode="auto">
              <a:xfrm>
                <a:off x="8336" y="12593"/>
                <a:ext cx="2237" cy="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eaLnBrk="0" hangingPunct="0"/>
                <a:endParaRPr lang="en-US" altLang="en-PK"/>
              </a:p>
            </p:txBody>
          </p:sp>
          <p:sp>
            <p:nvSpPr>
              <p:cNvPr id="182348" name="Freeform 76">
                <a:extLst>
                  <a:ext uri="{FF2B5EF4-FFF2-40B4-BE49-F238E27FC236}">
                    <a16:creationId xmlns:a16="http://schemas.microsoft.com/office/drawing/2014/main" id="{D9B33813-9898-A098-D473-EDB3F4B0FFB1}"/>
                  </a:ext>
                </a:extLst>
              </p:cNvPr>
              <p:cNvSpPr>
                <a:spLocks/>
              </p:cNvSpPr>
              <p:nvPr/>
            </p:nvSpPr>
            <p:spPr bwMode="auto">
              <a:xfrm>
                <a:off x="-2" y="1"/>
                <a:ext cx="19837" cy="19999"/>
              </a:xfrm>
              <a:custGeom>
                <a:avLst/>
                <a:gdLst>
                  <a:gd name="T0" fmla="*/ 19981 w 20000"/>
                  <a:gd name="T1" fmla="*/ 0 h 20000"/>
                  <a:gd name="T2" fmla="*/ 19981 w 20000"/>
                  <a:gd name="T3" fmla="*/ 19990 h 20000"/>
                  <a:gd name="T4" fmla="*/ 0 w 20000"/>
                  <a:gd name="T5" fmla="*/ 19990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49" name="Freeform 77">
                <a:extLst>
                  <a:ext uri="{FF2B5EF4-FFF2-40B4-BE49-F238E27FC236}">
                    <a16:creationId xmlns:a16="http://schemas.microsoft.com/office/drawing/2014/main" id="{EA328D21-1445-3729-420B-AD6220C273F8}"/>
                  </a:ext>
                </a:extLst>
              </p:cNvPr>
              <p:cNvSpPr>
                <a:spLocks/>
              </p:cNvSpPr>
              <p:nvPr/>
            </p:nvSpPr>
            <p:spPr bwMode="auto">
              <a:xfrm>
                <a:off x="35" y="22"/>
                <a:ext cx="19966" cy="2493"/>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0" name="Freeform 78">
                <a:extLst>
                  <a:ext uri="{FF2B5EF4-FFF2-40B4-BE49-F238E27FC236}">
                    <a16:creationId xmlns:a16="http://schemas.microsoft.com/office/drawing/2014/main" id="{FE331A5A-FBC2-3A2A-2AD8-3994C39F7420}"/>
                  </a:ext>
                </a:extLst>
              </p:cNvPr>
              <p:cNvSpPr>
                <a:spLocks/>
              </p:cNvSpPr>
              <p:nvPr/>
            </p:nvSpPr>
            <p:spPr bwMode="auto">
              <a:xfrm>
                <a:off x="35" y="2536"/>
                <a:ext cx="19966" cy="2515"/>
              </a:xfrm>
              <a:custGeom>
                <a:avLst/>
                <a:gdLst>
                  <a:gd name="T0" fmla="*/ 19981 w 20000"/>
                  <a:gd name="T1" fmla="*/ 0 h 20000"/>
                  <a:gd name="T2" fmla="*/ 19981 w 20000"/>
                  <a:gd name="T3" fmla="*/ 19917 h 20000"/>
                  <a:gd name="T4" fmla="*/ 0 w 20000"/>
                  <a:gd name="T5" fmla="*/ 19917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1" name="Freeform 79">
                <a:extLst>
                  <a:ext uri="{FF2B5EF4-FFF2-40B4-BE49-F238E27FC236}">
                    <a16:creationId xmlns:a16="http://schemas.microsoft.com/office/drawing/2014/main" id="{9F197BCA-B2A4-11E7-AD98-B19C04C774A1}"/>
                  </a:ext>
                </a:extLst>
              </p:cNvPr>
              <p:cNvSpPr>
                <a:spLocks/>
              </p:cNvSpPr>
              <p:nvPr/>
            </p:nvSpPr>
            <p:spPr bwMode="auto">
              <a:xfrm>
                <a:off x="35" y="5009"/>
                <a:ext cx="19966" cy="2493"/>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2" name="Freeform 80">
                <a:extLst>
                  <a:ext uri="{FF2B5EF4-FFF2-40B4-BE49-F238E27FC236}">
                    <a16:creationId xmlns:a16="http://schemas.microsoft.com/office/drawing/2014/main" id="{C2E09BC4-497C-B00F-453A-0C8397896929}"/>
                  </a:ext>
                </a:extLst>
              </p:cNvPr>
              <p:cNvSpPr>
                <a:spLocks/>
              </p:cNvSpPr>
              <p:nvPr/>
            </p:nvSpPr>
            <p:spPr bwMode="auto">
              <a:xfrm>
                <a:off x="35" y="7512"/>
                <a:ext cx="19966" cy="2494"/>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3" name="Freeform 81">
                <a:extLst>
                  <a:ext uri="{FF2B5EF4-FFF2-40B4-BE49-F238E27FC236}">
                    <a16:creationId xmlns:a16="http://schemas.microsoft.com/office/drawing/2014/main" id="{155FBEC0-6C03-496B-1815-3C09C9C0B9D4}"/>
                  </a:ext>
                </a:extLst>
              </p:cNvPr>
              <p:cNvSpPr>
                <a:spLocks/>
              </p:cNvSpPr>
              <p:nvPr/>
            </p:nvSpPr>
            <p:spPr bwMode="auto">
              <a:xfrm>
                <a:off x="35" y="10006"/>
                <a:ext cx="19966" cy="2493"/>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4" name="Freeform 82">
                <a:extLst>
                  <a:ext uri="{FF2B5EF4-FFF2-40B4-BE49-F238E27FC236}">
                    <a16:creationId xmlns:a16="http://schemas.microsoft.com/office/drawing/2014/main" id="{0E31CFB1-308C-B114-CE19-5B5C632783C1}"/>
                  </a:ext>
                </a:extLst>
              </p:cNvPr>
              <p:cNvSpPr>
                <a:spLocks/>
              </p:cNvSpPr>
              <p:nvPr/>
            </p:nvSpPr>
            <p:spPr bwMode="auto">
              <a:xfrm>
                <a:off x="35" y="12510"/>
                <a:ext cx="19966" cy="4997"/>
              </a:xfrm>
              <a:custGeom>
                <a:avLst/>
                <a:gdLst>
                  <a:gd name="T0" fmla="*/ 19981 w 20000"/>
                  <a:gd name="T1" fmla="*/ 0 h 20000"/>
                  <a:gd name="T2" fmla="*/ 19981 w 20000"/>
                  <a:gd name="T3" fmla="*/ 19958 h 20000"/>
                  <a:gd name="T4" fmla="*/ 0 w 20000"/>
                  <a:gd name="T5" fmla="*/ 19958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5" name="Freeform 83">
                <a:extLst>
                  <a:ext uri="{FF2B5EF4-FFF2-40B4-BE49-F238E27FC236}">
                    <a16:creationId xmlns:a16="http://schemas.microsoft.com/office/drawing/2014/main" id="{CB3477F9-81AD-9781-6218-2A7D23E06E6E}"/>
                  </a:ext>
                </a:extLst>
              </p:cNvPr>
              <p:cNvSpPr>
                <a:spLocks/>
              </p:cNvSpPr>
              <p:nvPr/>
            </p:nvSpPr>
            <p:spPr bwMode="auto">
              <a:xfrm>
                <a:off x="35" y="17507"/>
                <a:ext cx="19966" cy="2493"/>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56" name="Rectangle 84">
                <a:extLst>
                  <a:ext uri="{FF2B5EF4-FFF2-40B4-BE49-F238E27FC236}">
                    <a16:creationId xmlns:a16="http://schemas.microsoft.com/office/drawing/2014/main" id="{2288B714-6AEF-5516-9F2B-9136BDE744D2}"/>
                  </a:ext>
                </a:extLst>
              </p:cNvPr>
              <p:cNvSpPr>
                <a:spLocks noChangeArrowheads="1"/>
              </p:cNvSpPr>
              <p:nvPr/>
            </p:nvSpPr>
            <p:spPr bwMode="auto">
              <a:xfrm>
                <a:off x="8890" y="12510"/>
                <a:ext cx="2237" cy="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eaLnBrk="0" hangingPunct="0"/>
                <a:endParaRPr lang="en-US" altLang="en-PK"/>
              </a:p>
            </p:txBody>
          </p:sp>
        </p:grpSp>
        <p:grpSp>
          <p:nvGrpSpPr>
            <p:cNvPr id="182357" name="Group 85">
              <a:extLst>
                <a:ext uri="{FF2B5EF4-FFF2-40B4-BE49-F238E27FC236}">
                  <a16:creationId xmlns:a16="http://schemas.microsoft.com/office/drawing/2014/main" id="{37487FB7-77F1-BFEA-E7E0-FD21E55AE6DE}"/>
                </a:ext>
              </a:extLst>
            </p:cNvPr>
            <p:cNvGrpSpPr>
              <a:grpSpLocks/>
            </p:cNvGrpSpPr>
            <p:nvPr/>
          </p:nvGrpSpPr>
          <p:grpSpPr bwMode="auto">
            <a:xfrm>
              <a:off x="3720" y="2477"/>
              <a:ext cx="487" cy="765"/>
              <a:chOff x="0" y="0"/>
              <a:chExt cx="20000" cy="20000"/>
            </a:xfrm>
          </p:grpSpPr>
          <p:sp>
            <p:nvSpPr>
              <p:cNvPr id="182358" name="Freeform 86">
                <a:extLst>
                  <a:ext uri="{FF2B5EF4-FFF2-40B4-BE49-F238E27FC236}">
                    <a16:creationId xmlns:a16="http://schemas.microsoft.com/office/drawing/2014/main" id="{880DD36F-23D4-9324-C2D0-6CE5C7ACA83F}"/>
                  </a:ext>
                </a:extLst>
              </p:cNvPr>
              <p:cNvSpPr>
                <a:spLocks/>
              </p:cNvSpPr>
              <p:nvPr/>
            </p:nvSpPr>
            <p:spPr bwMode="auto">
              <a:xfrm>
                <a:off x="0" y="0"/>
                <a:ext cx="19834" cy="19969"/>
              </a:xfrm>
              <a:custGeom>
                <a:avLst/>
                <a:gdLst>
                  <a:gd name="T0" fmla="*/ 19981 w 20000"/>
                  <a:gd name="T1" fmla="*/ 0 h 20000"/>
                  <a:gd name="T2" fmla="*/ 19981 w 20000"/>
                  <a:gd name="T3" fmla="*/ 19990 h 20000"/>
                  <a:gd name="T4" fmla="*/ 0 w 20000"/>
                  <a:gd name="T5" fmla="*/ 19990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59" name="Freeform 87">
                <a:extLst>
                  <a:ext uri="{FF2B5EF4-FFF2-40B4-BE49-F238E27FC236}">
                    <a16:creationId xmlns:a16="http://schemas.microsoft.com/office/drawing/2014/main" id="{09A8CD8B-CADB-78FB-AC75-CD12052B9731}"/>
                  </a:ext>
                </a:extLst>
              </p:cNvPr>
              <p:cNvSpPr>
                <a:spLocks/>
              </p:cNvSpPr>
              <p:nvPr/>
            </p:nvSpPr>
            <p:spPr bwMode="auto">
              <a:xfrm>
                <a:off x="37" y="21"/>
                <a:ext cx="19963" cy="2490"/>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0" name="Freeform 88">
                <a:extLst>
                  <a:ext uri="{FF2B5EF4-FFF2-40B4-BE49-F238E27FC236}">
                    <a16:creationId xmlns:a16="http://schemas.microsoft.com/office/drawing/2014/main" id="{641263D5-7FBD-A017-6A65-7A47F727358E}"/>
                  </a:ext>
                </a:extLst>
              </p:cNvPr>
              <p:cNvSpPr>
                <a:spLocks/>
              </p:cNvSpPr>
              <p:nvPr/>
            </p:nvSpPr>
            <p:spPr bwMode="auto">
              <a:xfrm>
                <a:off x="37" y="2531"/>
                <a:ext cx="19963" cy="2511"/>
              </a:xfrm>
              <a:custGeom>
                <a:avLst/>
                <a:gdLst>
                  <a:gd name="T0" fmla="*/ 19981 w 20000"/>
                  <a:gd name="T1" fmla="*/ 0 h 20000"/>
                  <a:gd name="T2" fmla="*/ 19981 w 20000"/>
                  <a:gd name="T3" fmla="*/ 19917 h 20000"/>
                  <a:gd name="T4" fmla="*/ 0 w 20000"/>
                  <a:gd name="T5" fmla="*/ 19917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nvGrpSpPr>
              <p:cNvPr id="182361" name="Group 89">
                <a:extLst>
                  <a:ext uri="{FF2B5EF4-FFF2-40B4-BE49-F238E27FC236}">
                    <a16:creationId xmlns:a16="http://schemas.microsoft.com/office/drawing/2014/main" id="{DC6F1CE1-A315-7EF1-FC94-AE013C02D124}"/>
                  </a:ext>
                </a:extLst>
              </p:cNvPr>
              <p:cNvGrpSpPr>
                <a:grpSpLocks/>
              </p:cNvGrpSpPr>
              <p:nvPr/>
            </p:nvGrpSpPr>
            <p:grpSpPr bwMode="auto">
              <a:xfrm>
                <a:off x="37" y="5042"/>
                <a:ext cx="19963" cy="14958"/>
                <a:chOff x="-4" y="-1"/>
                <a:chExt cx="20008" cy="20001"/>
              </a:xfrm>
            </p:grpSpPr>
            <p:sp>
              <p:nvSpPr>
                <p:cNvPr id="182362" name="Rectangle 90">
                  <a:extLst>
                    <a:ext uri="{FF2B5EF4-FFF2-40B4-BE49-F238E27FC236}">
                      <a16:creationId xmlns:a16="http://schemas.microsoft.com/office/drawing/2014/main" id="{B2832675-56CA-1741-28DF-F62892AA67FD}"/>
                    </a:ext>
                  </a:extLst>
                </p:cNvPr>
                <p:cNvSpPr>
                  <a:spLocks noChangeArrowheads="1"/>
                </p:cNvSpPr>
                <p:nvPr/>
              </p:nvSpPr>
              <p:spPr bwMode="auto">
                <a:xfrm>
                  <a:off x="8314" y="10112"/>
                  <a:ext cx="2242" cy="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algn="ctr" eaLnBrk="0" hangingPunct="0"/>
                  <a:r>
                    <a:rPr lang="en-US" altLang="en-PK" sz="700">
                      <a:solidFill>
                        <a:srgbClr val="000000"/>
                      </a:solidFill>
                      <a:latin typeface="Courier" pitchFamily="49" charset="0"/>
                    </a:rPr>
                    <a:t>.</a:t>
                  </a:r>
                  <a:endParaRPr lang="en-US" altLang="en-PK" sz="1000">
                    <a:solidFill>
                      <a:srgbClr val="000000"/>
                    </a:solidFill>
                    <a:latin typeface="Times" panose="02020603050405020304" pitchFamily="18" charset="0"/>
                  </a:endParaRPr>
                </a:p>
                <a:p>
                  <a:pPr eaLnBrk="0" hangingPunct="0"/>
                  <a:endParaRPr lang="en-US" altLang="en-PK"/>
                </a:p>
              </p:txBody>
            </p:sp>
            <p:sp>
              <p:nvSpPr>
                <p:cNvPr id="182363" name="Freeform 91">
                  <a:extLst>
                    <a:ext uri="{FF2B5EF4-FFF2-40B4-BE49-F238E27FC236}">
                      <a16:creationId xmlns:a16="http://schemas.microsoft.com/office/drawing/2014/main" id="{880DEFBF-88A2-84B2-EE67-F3336D6A561C}"/>
                    </a:ext>
                  </a:extLst>
                </p:cNvPr>
                <p:cNvSpPr>
                  <a:spLocks/>
                </p:cNvSpPr>
                <p:nvPr/>
              </p:nvSpPr>
              <p:spPr bwMode="auto">
                <a:xfrm>
                  <a:off x="-4" y="-1"/>
                  <a:ext cx="20008" cy="3330"/>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4" name="Freeform 92">
                  <a:extLst>
                    <a:ext uri="{FF2B5EF4-FFF2-40B4-BE49-F238E27FC236}">
                      <a16:creationId xmlns:a16="http://schemas.microsoft.com/office/drawing/2014/main" id="{96753D37-E0DC-0270-74BC-1BCF40BA19DB}"/>
                    </a:ext>
                  </a:extLst>
                </p:cNvPr>
                <p:cNvSpPr>
                  <a:spLocks/>
                </p:cNvSpPr>
                <p:nvPr/>
              </p:nvSpPr>
              <p:spPr bwMode="auto">
                <a:xfrm>
                  <a:off x="-4" y="3329"/>
                  <a:ext cx="20008" cy="3328"/>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5" name="Freeform 93">
                  <a:extLst>
                    <a:ext uri="{FF2B5EF4-FFF2-40B4-BE49-F238E27FC236}">
                      <a16:creationId xmlns:a16="http://schemas.microsoft.com/office/drawing/2014/main" id="{299A68C0-0353-74F5-D2D2-8536C1C5D92C}"/>
                    </a:ext>
                  </a:extLst>
                </p:cNvPr>
                <p:cNvSpPr>
                  <a:spLocks/>
                </p:cNvSpPr>
                <p:nvPr/>
              </p:nvSpPr>
              <p:spPr bwMode="auto">
                <a:xfrm>
                  <a:off x="-4" y="6657"/>
                  <a:ext cx="20008" cy="3329"/>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6" name="Freeform 94">
                  <a:extLst>
                    <a:ext uri="{FF2B5EF4-FFF2-40B4-BE49-F238E27FC236}">
                      <a16:creationId xmlns:a16="http://schemas.microsoft.com/office/drawing/2014/main" id="{920B50BD-0A98-EF47-E383-D2EB3DF6D024}"/>
                    </a:ext>
                  </a:extLst>
                </p:cNvPr>
                <p:cNvSpPr>
                  <a:spLocks/>
                </p:cNvSpPr>
                <p:nvPr/>
              </p:nvSpPr>
              <p:spPr bwMode="auto">
                <a:xfrm>
                  <a:off x="-4" y="10000"/>
                  <a:ext cx="20008" cy="6672"/>
                </a:xfrm>
                <a:custGeom>
                  <a:avLst/>
                  <a:gdLst>
                    <a:gd name="T0" fmla="*/ 19981 w 20000"/>
                    <a:gd name="T1" fmla="*/ 0 h 20000"/>
                    <a:gd name="T2" fmla="*/ 19981 w 20000"/>
                    <a:gd name="T3" fmla="*/ 19958 h 20000"/>
                    <a:gd name="T4" fmla="*/ 0 w 20000"/>
                    <a:gd name="T5" fmla="*/ 19958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7" name="Freeform 95">
                  <a:extLst>
                    <a:ext uri="{FF2B5EF4-FFF2-40B4-BE49-F238E27FC236}">
                      <a16:creationId xmlns:a16="http://schemas.microsoft.com/office/drawing/2014/main" id="{34C4412D-D4D2-48C4-3CDF-361143C16D5B}"/>
                    </a:ext>
                  </a:extLst>
                </p:cNvPr>
                <p:cNvSpPr>
                  <a:spLocks/>
                </p:cNvSpPr>
                <p:nvPr/>
              </p:nvSpPr>
              <p:spPr bwMode="auto">
                <a:xfrm>
                  <a:off x="-4" y="16672"/>
                  <a:ext cx="20008" cy="3328"/>
                </a:xfrm>
                <a:custGeom>
                  <a:avLst/>
                  <a:gdLst>
                    <a:gd name="T0" fmla="*/ 19981 w 20000"/>
                    <a:gd name="T1" fmla="*/ 0 h 20000"/>
                    <a:gd name="T2" fmla="*/ 19981 w 20000"/>
                    <a:gd name="T3" fmla="*/ 19916 h 20000"/>
                    <a:gd name="T4" fmla="*/ 0 w 20000"/>
                    <a:gd name="T5" fmla="*/ 19916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68" name="Rectangle 96">
                  <a:extLst>
                    <a:ext uri="{FF2B5EF4-FFF2-40B4-BE49-F238E27FC236}">
                      <a16:creationId xmlns:a16="http://schemas.microsoft.com/office/drawing/2014/main" id="{9361C573-B9CB-F3E7-EFEB-B4F8D06265B1}"/>
                    </a:ext>
                  </a:extLst>
                </p:cNvPr>
                <p:cNvSpPr>
                  <a:spLocks noChangeArrowheads="1"/>
                </p:cNvSpPr>
                <p:nvPr/>
              </p:nvSpPr>
              <p:spPr bwMode="auto">
                <a:xfrm>
                  <a:off x="8870" y="10000"/>
                  <a:ext cx="2242" cy="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lgn="l">
                    <a:spcBef>
                      <a:spcPct val="0"/>
                    </a:spcBef>
                    <a:defRPr sz="2400">
                      <a:solidFill>
                        <a:schemeClr val="tx1"/>
                      </a:solidFill>
                      <a:latin typeface="Times New Roman" panose="02020603050405020304" pitchFamily="18" charset="0"/>
                      <a:cs typeface="Times New Roman" panose="02020603050405020304" pitchFamily="18" charset="0"/>
                    </a:defRPr>
                  </a:lvl1pPr>
                  <a:lvl2pPr algn="l">
                    <a:spcBef>
                      <a:spcPct val="0"/>
                    </a:spcBef>
                    <a:defRPr sz="2400">
                      <a:solidFill>
                        <a:schemeClr val="tx1"/>
                      </a:solidFill>
                      <a:latin typeface="Times New Roman" panose="02020603050405020304" pitchFamily="18" charset="0"/>
                      <a:cs typeface="Times New Roman" panose="02020603050405020304" pitchFamily="18" charset="0"/>
                    </a:defRPr>
                  </a:lvl2pPr>
                  <a:lvl3pPr algn="l">
                    <a:spcBef>
                      <a:spcPct val="0"/>
                    </a:spcBef>
                    <a:defRPr sz="2400">
                      <a:solidFill>
                        <a:schemeClr val="tx1"/>
                      </a:solidFill>
                      <a:latin typeface="Times New Roman" panose="02020603050405020304" pitchFamily="18" charset="0"/>
                      <a:cs typeface="Times New Roman" panose="02020603050405020304" pitchFamily="18" charset="0"/>
                    </a:defRPr>
                  </a:lvl3pPr>
                  <a:lvl4pPr algn="l">
                    <a:spcBef>
                      <a:spcPct val="0"/>
                    </a:spcBef>
                    <a:defRPr sz="2400">
                      <a:solidFill>
                        <a:schemeClr val="tx1"/>
                      </a:solidFill>
                      <a:latin typeface="Times New Roman" panose="02020603050405020304" pitchFamily="18" charset="0"/>
                      <a:cs typeface="Times New Roman" panose="02020603050405020304" pitchFamily="18" charset="0"/>
                    </a:defRPr>
                  </a:lvl4pPr>
                  <a:lvl5pPr algn="l">
                    <a:spcBef>
                      <a:spcPct val="0"/>
                    </a:spcBef>
                    <a:defRPr sz="24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a:r>
                    <a:rPr lang="en-US" altLang="en-PK" sz="700" dirty="0">
                      <a:solidFill>
                        <a:srgbClr val="000000"/>
                      </a:solidFill>
                      <a:latin typeface="Courier" pitchFamily="49" charset="0"/>
                    </a:rPr>
                    <a:t>.</a:t>
                  </a:r>
                  <a:endParaRPr lang="en-US" altLang="en-PK" sz="1000" dirty="0">
                    <a:solidFill>
                      <a:srgbClr val="000000"/>
                    </a:solidFill>
                    <a:latin typeface="Times" panose="02020603050405020304" pitchFamily="18" charset="0"/>
                  </a:endParaRPr>
                </a:p>
                <a:p>
                  <a:pPr algn="ctr" eaLnBrk="0" hangingPunct="0"/>
                  <a:r>
                    <a:rPr lang="en-US" altLang="en-PK" sz="700" dirty="0">
                      <a:solidFill>
                        <a:srgbClr val="000000"/>
                      </a:solidFill>
                      <a:latin typeface="Courier" pitchFamily="49" charset="0"/>
                    </a:rPr>
                    <a:t>.</a:t>
                  </a:r>
                  <a:endParaRPr lang="en-US" altLang="en-PK" sz="1000" dirty="0">
                    <a:solidFill>
                      <a:srgbClr val="000000"/>
                    </a:solidFill>
                    <a:latin typeface="Times" panose="02020603050405020304" pitchFamily="18" charset="0"/>
                  </a:endParaRPr>
                </a:p>
                <a:p>
                  <a:pPr algn="ctr" eaLnBrk="0" hangingPunct="0"/>
                  <a:r>
                    <a:rPr lang="en-US" altLang="en-PK" sz="700" dirty="0">
                      <a:solidFill>
                        <a:srgbClr val="000000"/>
                      </a:solidFill>
                      <a:latin typeface="Courier" pitchFamily="49" charset="0"/>
                    </a:rPr>
                    <a:t>.</a:t>
                  </a:r>
                  <a:endParaRPr lang="en-US" altLang="en-PK" sz="1000" dirty="0">
                    <a:solidFill>
                      <a:srgbClr val="000000"/>
                    </a:solidFill>
                    <a:latin typeface="Times" panose="02020603050405020304" pitchFamily="18" charset="0"/>
                  </a:endParaRPr>
                </a:p>
                <a:p>
                  <a:pPr eaLnBrk="0" hangingPunct="0"/>
                  <a:endParaRPr lang="en-US" altLang="en-PK" dirty="0"/>
                </a:p>
              </p:txBody>
            </p:sp>
          </p:grpSp>
        </p:grpSp>
        <p:grpSp>
          <p:nvGrpSpPr>
            <p:cNvPr id="182369" name="Group 97">
              <a:extLst>
                <a:ext uri="{FF2B5EF4-FFF2-40B4-BE49-F238E27FC236}">
                  <a16:creationId xmlns:a16="http://schemas.microsoft.com/office/drawing/2014/main" id="{3DC3D9EA-F9AB-5586-D9C6-0A5A513471EA}"/>
                </a:ext>
              </a:extLst>
            </p:cNvPr>
            <p:cNvGrpSpPr>
              <a:grpSpLocks/>
            </p:cNvGrpSpPr>
            <p:nvPr/>
          </p:nvGrpSpPr>
          <p:grpSpPr bwMode="auto">
            <a:xfrm>
              <a:off x="3720" y="815"/>
              <a:ext cx="486" cy="195"/>
              <a:chOff x="0" y="1"/>
              <a:chExt cx="20000" cy="19999"/>
            </a:xfrm>
          </p:grpSpPr>
          <p:grpSp>
            <p:nvGrpSpPr>
              <p:cNvPr id="182370" name="Group 98">
                <a:extLst>
                  <a:ext uri="{FF2B5EF4-FFF2-40B4-BE49-F238E27FC236}">
                    <a16:creationId xmlns:a16="http://schemas.microsoft.com/office/drawing/2014/main" id="{6F200A66-1D8E-71F4-7BA1-8D0576FB6B07}"/>
                  </a:ext>
                </a:extLst>
              </p:cNvPr>
              <p:cNvGrpSpPr>
                <a:grpSpLocks/>
              </p:cNvGrpSpPr>
              <p:nvPr/>
            </p:nvGrpSpPr>
            <p:grpSpPr bwMode="auto">
              <a:xfrm>
                <a:off x="0" y="83"/>
                <a:ext cx="20000" cy="19917"/>
                <a:chOff x="0" y="3"/>
                <a:chExt cx="20000" cy="19997"/>
              </a:xfrm>
            </p:grpSpPr>
            <p:sp>
              <p:nvSpPr>
                <p:cNvPr id="182371" name="Oval 99">
                  <a:extLst>
                    <a:ext uri="{FF2B5EF4-FFF2-40B4-BE49-F238E27FC236}">
                      <a16:creationId xmlns:a16="http://schemas.microsoft.com/office/drawing/2014/main" id="{B50AE06E-B8C7-D1A1-1D60-748392F40B81}"/>
                    </a:ext>
                  </a:extLst>
                </p:cNvPr>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PK"/>
                </a:p>
              </p:txBody>
            </p:sp>
            <p:sp>
              <p:nvSpPr>
                <p:cNvPr id="182372" name="Freeform 100">
                  <a:extLst>
                    <a:ext uri="{FF2B5EF4-FFF2-40B4-BE49-F238E27FC236}">
                      <a16:creationId xmlns:a16="http://schemas.microsoft.com/office/drawing/2014/main" id="{015D6BC8-AC64-3424-F4E6-FDA3259D520D}"/>
                    </a:ext>
                  </a:extLst>
                </p:cNvPr>
                <p:cNvSpPr>
                  <a:spLocks/>
                </p:cNvSpPr>
                <p:nvPr/>
              </p:nvSpPr>
              <p:spPr bwMode="auto">
                <a:xfrm>
                  <a:off x="19" y="2559"/>
                  <a:ext cx="19981" cy="1484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73" name="Oval 101">
                  <a:extLst>
                    <a:ext uri="{FF2B5EF4-FFF2-40B4-BE49-F238E27FC236}">
                      <a16:creationId xmlns:a16="http://schemas.microsoft.com/office/drawing/2014/main" id="{D94B38A2-535A-3C35-1FAF-FE3B9DC56E62}"/>
                    </a:ext>
                  </a:extLst>
                </p:cNvPr>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PK"/>
                </a:p>
              </p:txBody>
            </p:sp>
          </p:grpSp>
          <p:sp>
            <p:nvSpPr>
              <p:cNvPr id="182374" name="Oval 102">
                <a:extLst>
                  <a:ext uri="{FF2B5EF4-FFF2-40B4-BE49-F238E27FC236}">
                    <a16:creationId xmlns:a16="http://schemas.microsoft.com/office/drawing/2014/main" id="{151A5AD6-B331-D408-4046-348335DB5789}"/>
                  </a:ext>
                </a:extLst>
              </p:cNvPr>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75" name="Freeform 103">
                <a:extLst>
                  <a:ext uri="{FF2B5EF4-FFF2-40B4-BE49-F238E27FC236}">
                    <a16:creationId xmlns:a16="http://schemas.microsoft.com/office/drawing/2014/main" id="{275C3014-FF10-3AED-1739-4A7118D8556E}"/>
                  </a:ext>
                </a:extLst>
              </p:cNvPr>
              <p:cNvSpPr>
                <a:spLocks/>
              </p:cNvSpPr>
              <p:nvPr/>
            </p:nvSpPr>
            <p:spPr bwMode="auto">
              <a:xfrm>
                <a:off x="19" y="2547"/>
                <a:ext cx="19981" cy="1478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76" name="Freeform 104">
                <a:extLst>
                  <a:ext uri="{FF2B5EF4-FFF2-40B4-BE49-F238E27FC236}">
                    <a16:creationId xmlns:a16="http://schemas.microsoft.com/office/drawing/2014/main" id="{5F360199-3F1E-3D73-4CBB-464109AE0E6B}"/>
                  </a:ext>
                </a:extLst>
              </p:cNvPr>
              <p:cNvSpPr>
                <a:spLocks/>
              </p:cNvSpPr>
              <p:nvPr/>
            </p:nvSpPr>
            <p:spPr bwMode="auto">
              <a:xfrm>
                <a:off x="204" y="14949"/>
                <a:ext cx="19611" cy="2669"/>
              </a:xfrm>
              <a:custGeom>
                <a:avLst/>
                <a:gdLst>
                  <a:gd name="T0" fmla="*/ 19981 w 20000"/>
                  <a:gd name="T1" fmla="*/ 0 h 20000"/>
                  <a:gd name="T2" fmla="*/ 19981 w 20000"/>
                  <a:gd name="T3" fmla="*/ 19692 h 20000"/>
                  <a:gd name="T4" fmla="*/ 0 w 20000"/>
                  <a:gd name="T5" fmla="*/ 19692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77" name="Rectangle 105">
                <a:extLst>
                  <a:ext uri="{FF2B5EF4-FFF2-40B4-BE49-F238E27FC236}">
                    <a16:creationId xmlns:a16="http://schemas.microsoft.com/office/drawing/2014/main" id="{CCDF7083-D98A-2925-BAB5-38848E3BA5BD}"/>
                  </a:ext>
                </a:extLst>
              </p:cNvPr>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Disk</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378" name="Freeform 106">
                <a:extLst>
                  <a:ext uri="{FF2B5EF4-FFF2-40B4-BE49-F238E27FC236}">
                    <a16:creationId xmlns:a16="http://schemas.microsoft.com/office/drawing/2014/main" id="{0F502D84-2C1C-CEB7-C622-C0DBF745F981}"/>
                  </a:ext>
                </a:extLst>
              </p:cNvPr>
              <p:cNvSpPr>
                <a:spLocks/>
              </p:cNvSpPr>
              <p:nvPr/>
            </p:nvSpPr>
            <p:spPr bwMode="auto">
              <a:xfrm>
                <a:off x="148" y="2136"/>
                <a:ext cx="19759" cy="2752"/>
              </a:xfrm>
              <a:custGeom>
                <a:avLst/>
                <a:gdLst>
                  <a:gd name="T0" fmla="*/ 19981 w 20000"/>
                  <a:gd name="T1" fmla="*/ 0 h 20000"/>
                  <a:gd name="T2" fmla="*/ 19981 w 20000"/>
                  <a:gd name="T3" fmla="*/ 19701 h 20000"/>
                  <a:gd name="T4" fmla="*/ 0 w 20000"/>
                  <a:gd name="T5" fmla="*/ 19701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79" name="Oval 107">
                <a:extLst>
                  <a:ext uri="{FF2B5EF4-FFF2-40B4-BE49-F238E27FC236}">
                    <a16:creationId xmlns:a16="http://schemas.microsoft.com/office/drawing/2014/main" id="{75A921F5-3A9B-EF0C-D317-198723E9E6A9}"/>
                  </a:ext>
                </a:extLst>
              </p:cNvPr>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380" name="Group 108">
              <a:extLst>
                <a:ext uri="{FF2B5EF4-FFF2-40B4-BE49-F238E27FC236}">
                  <a16:creationId xmlns:a16="http://schemas.microsoft.com/office/drawing/2014/main" id="{13E5670D-E95F-207A-6B3D-7EB5368DAD78}"/>
                </a:ext>
              </a:extLst>
            </p:cNvPr>
            <p:cNvGrpSpPr>
              <a:grpSpLocks/>
            </p:cNvGrpSpPr>
            <p:nvPr/>
          </p:nvGrpSpPr>
          <p:grpSpPr bwMode="auto">
            <a:xfrm>
              <a:off x="3720" y="1207"/>
              <a:ext cx="486" cy="195"/>
              <a:chOff x="0" y="1"/>
              <a:chExt cx="20000" cy="19999"/>
            </a:xfrm>
          </p:grpSpPr>
          <p:grpSp>
            <p:nvGrpSpPr>
              <p:cNvPr id="182381" name="Group 109">
                <a:extLst>
                  <a:ext uri="{FF2B5EF4-FFF2-40B4-BE49-F238E27FC236}">
                    <a16:creationId xmlns:a16="http://schemas.microsoft.com/office/drawing/2014/main" id="{72348698-FEBB-335D-452D-C4C918D4527F}"/>
                  </a:ext>
                </a:extLst>
              </p:cNvPr>
              <p:cNvGrpSpPr>
                <a:grpSpLocks/>
              </p:cNvGrpSpPr>
              <p:nvPr/>
            </p:nvGrpSpPr>
            <p:grpSpPr bwMode="auto">
              <a:xfrm>
                <a:off x="0" y="83"/>
                <a:ext cx="20000" cy="19917"/>
                <a:chOff x="0" y="3"/>
                <a:chExt cx="20000" cy="19997"/>
              </a:xfrm>
            </p:grpSpPr>
            <p:sp>
              <p:nvSpPr>
                <p:cNvPr id="182382" name="Oval 110">
                  <a:extLst>
                    <a:ext uri="{FF2B5EF4-FFF2-40B4-BE49-F238E27FC236}">
                      <a16:creationId xmlns:a16="http://schemas.microsoft.com/office/drawing/2014/main" id="{FCC2EE42-0CC0-BE56-A137-6BE87C7294F2}"/>
                    </a:ext>
                  </a:extLst>
                </p:cNvPr>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PK"/>
                </a:p>
              </p:txBody>
            </p:sp>
            <p:sp>
              <p:nvSpPr>
                <p:cNvPr id="182383" name="Freeform 111">
                  <a:extLst>
                    <a:ext uri="{FF2B5EF4-FFF2-40B4-BE49-F238E27FC236}">
                      <a16:creationId xmlns:a16="http://schemas.microsoft.com/office/drawing/2014/main" id="{098570AE-B433-4633-5863-BFAF1E357DB1}"/>
                    </a:ext>
                  </a:extLst>
                </p:cNvPr>
                <p:cNvSpPr>
                  <a:spLocks/>
                </p:cNvSpPr>
                <p:nvPr/>
              </p:nvSpPr>
              <p:spPr bwMode="auto">
                <a:xfrm>
                  <a:off x="19" y="2559"/>
                  <a:ext cx="19981" cy="1484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84" name="Oval 112">
                  <a:extLst>
                    <a:ext uri="{FF2B5EF4-FFF2-40B4-BE49-F238E27FC236}">
                      <a16:creationId xmlns:a16="http://schemas.microsoft.com/office/drawing/2014/main" id="{5062642E-714C-B95D-DB29-A784FC9ADB00}"/>
                    </a:ext>
                  </a:extLst>
                </p:cNvPr>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PK"/>
                </a:p>
              </p:txBody>
            </p:sp>
          </p:grpSp>
          <p:sp>
            <p:nvSpPr>
              <p:cNvPr id="182385" name="Oval 113">
                <a:extLst>
                  <a:ext uri="{FF2B5EF4-FFF2-40B4-BE49-F238E27FC236}">
                    <a16:creationId xmlns:a16="http://schemas.microsoft.com/office/drawing/2014/main" id="{8D3B6655-AAC4-95DA-0DD1-0AE7BB08DE7A}"/>
                  </a:ext>
                </a:extLst>
              </p:cNvPr>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86" name="Freeform 114">
                <a:extLst>
                  <a:ext uri="{FF2B5EF4-FFF2-40B4-BE49-F238E27FC236}">
                    <a16:creationId xmlns:a16="http://schemas.microsoft.com/office/drawing/2014/main" id="{B814331D-3029-FA23-B9D9-E9F51021A685}"/>
                  </a:ext>
                </a:extLst>
              </p:cNvPr>
              <p:cNvSpPr>
                <a:spLocks/>
              </p:cNvSpPr>
              <p:nvPr/>
            </p:nvSpPr>
            <p:spPr bwMode="auto">
              <a:xfrm>
                <a:off x="19" y="2547"/>
                <a:ext cx="19981" cy="1478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87" name="Freeform 115">
                <a:extLst>
                  <a:ext uri="{FF2B5EF4-FFF2-40B4-BE49-F238E27FC236}">
                    <a16:creationId xmlns:a16="http://schemas.microsoft.com/office/drawing/2014/main" id="{4A935DD1-C419-A6F6-E348-C4763558FFAE}"/>
                  </a:ext>
                </a:extLst>
              </p:cNvPr>
              <p:cNvSpPr>
                <a:spLocks/>
              </p:cNvSpPr>
              <p:nvPr/>
            </p:nvSpPr>
            <p:spPr bwMode="auto">
              <a:xfrm>
                <a:off x="204" y="14949"/>
                <a:ext cx="19611" cy="2669"/>
              </a:xfrm>
              <a:custGeom>
                <a:avLst/>
                <a:gdLst>
                  <a:gd name="T0" fmla="*/ 19981 w 20000"/>
                  <a:gd name="T1" fmla="*/ 0 h 20000"/>
                  <a:gd name="T2" fmla="*/ 19981 w 20000"/>
                  <a:gd name="T3" fmla="*/ 19692 h 20000"/>
                  <a:gd name="T4" fmla="*/ 0 w 20000"/>
                  <a:gd name="T5" fmla="*/ 19692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88" name="Rectangle 116">
                <a:extLst>
                  <a:ext uri="{FF2B5EF4-FFF2-40B4-BE49-F238E27FC236}">
                    <a16:creationId xmlns:a16="http://schemas.microsoft.com/office/drawing/2014/main" id="{85BD1F74-1745-D933-BA99-E94A4B68BB6F}"/>
                  </a:ext>
                </a:extLst>
              </p:cNvPr>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Disk</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389" name="Freeform 117">
                <a:extLst>
                  <a:ext uri="{FF2B5EF4-FFF2-40B4-BE49-F238E27FC236}">
                    <a16:creationId xmlns:a16="http://schemas.microsoft.com/office/drawing/2014/main" id="{1BD6D641-21ED-E29A-26FB-BFC7D2DD9264}"/>
                  </a:ext>
                </a:extLst>
              </p:cNvPr>
              <p:cNvSpPr>
                <a:spLocks/>
              </p:cNvSpPr>
              <p:nvPr/>
            </p:nvSpPr>
            <p:spPr bwMode="auto">
              <a:xfrm>
                <a:off x="148" y="2136"/>
                <a:ext cx="19759" cy="2752"/>
              </a:xfrm>
              <a:custGeom>
                <a:avLst/>
                <a:gdLst>
                  <a:gd name="T0" fmla="*/ 19981 w 20000"/>
                  <a:gd name="T1" fmla="*/ 0 h 20000"/>
                  <a:gd name="T2" fmla="*/ 19981 w 20000"/>
                  <a:gd name="T3" fmla="*/ 19701 h 20000"/>
                  <a:gd name="T4" fmla="*/ 0 w 20000"/>
                  <a:gd name="T5" fmla="*/ 19701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90" name="Oval 118">
                <a:extLst>
                  <a:ext uri="{FF2B5EF4-FFF2-40B4-BE49-F238E27FC236}">
                    <a16:creationId xmlns:a16="http://schemas.microsoft.com/office/drawing/2014/main" id="{076A9534-035C-E5F6-C3FF-80B2B6943E7A}"/>
                  </a:ext>
                </a:extLst>
              </p:cNvPr>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391" name="Group 119">
              <a:extLst>
                <a:ext uri="{FF2B5EF4-FFF2-40B4-BE49-F238E27FC236}">
                  <a16:creationId xmlns:a16="http://schemas.microsoft.com/office/drawing/2014/main" id="{7398FA56-7750-B850-BBF1-8E75C0CADFC7}"/>
                </a:ext>
              </a:extLst>
            </p:cNvPr>
            <p:cNvGrpSpPr>
              <a:grpSpLocks/>
            </p:cNvGrpSpPr>
            <p:nvPr/>
          </p:nvGrpSpPr>
          <p:grpSpPr bwMode="auto">
            <a:xfrm>
              <a:off x="3720" y="1595"/>
              <a:ext cx="486" cy="195"/>
              <a:chOff x="0" y="1"/>
              <a:chExt cx="20000" cy="19999"/>
            </a:xfrm>
          </p:grpSpPr>
          <p:grpSp>
            <p:nvGrpSpPr>
              <p:cNvPr id="182392" name="Group 120">
                <a:extLst>
                  <a:ext uri="{FF2B5EF4-FFF2-40B4-BE49-F238E27FC236}">
                    <a16:creationId xmlns:a16="http://schemas.microsoft.com/office/drawing/2014/main" id="{2820CBF7-602E-852C-B86D-7A982E3C0207}"/>
                  </a:ext>
                </a:extLst>
              </p:cNvPr>
              <p:cNvGrpSpPr>
                <a:grpSpLocks/>
              </p:cNvGrpSpPr>
              <p:nvPr/>
            </p:nvGrpSpPr>
            <p:grpSpPr bwMode="auto">
              <a:xfrm>
                <a:off x="0" y="83"/>
                <a:ext cx="20000" cy="19917"/>
                <a:chOff x="0" y="3"/>
                <a:chExt cx="20000" cy="19997"/>
              </a:xfrm>
            </p:grpSpPr>
            <p:sp>
              <p:nvSpPr>
                <p:cNvPr id="182393" name="Oval 121">
                  <a:extLst>
                    <a:ext uri="{FF2B5EF4-FFF2-40B4-BE49-F238E27FC236}">
                      <a16:creationId xmlns:a16="http://schemas.microsoft.com/office/drawing/2014/main" id="{2AB87AE1-7F52-D1AA-DEA4-22725CAE410D}"/>
                    </a:ext>
                  </a:extLst>
                </p:cNvPr>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PK"/>
                </a:p>
              </p:txBody>
            </p:sp>
            <p:sp>
              <p:nvSpPr>
                <p:cNvPr id="182394" name="Freeform 122">
                  <a:extLst>
                    <a:ext uri="{FF2B5EF4-FFF2-40B4-BE49-F238E27FC236}">
                      <a16:creationId xmlns:a16="http://schemas.microsoft.com/office/drawing/2014/main" id="{6F949600-5453-8DD3-907E-48F04E35E8C4}"/>
                    </a:ext>
                  </a:extLst>
                </p:cNvPr>
                <p:cNvSpPr>
                  <a:spLocks/>
                </p:cNvSpPr>
                <p:nvPr/>
              </p:nvSpPr>
              <p:spPr bwMode="auto">
                <a:xfrm>
                  <a:off x="19" y="2559"/>
                  <a:ext cx="19981" cy="1484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95" name="Oval 123">
                  <a:extLst>
                    <a:ext uri="{FF2B5EF4-FFF2-40B4-BE49-F238E27FC236}">
                      <a16:creationId xmlns:a16="http://schemas.microsoft.com/office/drawing/2014/main" id="{108EC017-BD4E-A533-3DB4-A79C87AC6DC0}"/>
                    </a:ext>
                  </a:extLst>
                </p:cNvPr>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PK"/>
                </a:p>
              </p:txBody>
            </p:sp>
          </p:grpSp>
          <p:sp>
            <p:nvSpPr>
              <p:cNvPr id="182396" name="Oval 124">
                <a:extLst>
                  <a:ext uri="{FF2B5EF4-FFF2-40B4-BE49-F238E27FC236}">
                    <a16:creationId xmlns:a16="http://schemas.microsoft.com/office/drawing/2014/main" id="{0B71A0B4-C480-262D-C832-5F0A591B9C80}"/>
                  </a:ext>
                </a:extLst>
              </p:cNvPr>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97" name="Freeform 125">
                <a:extLst>
                  <a:ext uri="{FF2B5EF4-FFF2-40B4-BE49-F238E27FC236}">
                    <a16:creationId xmlns:a16="http://schemas.microsoft.com/office/drawing/2014/main" id="{24F52A11-5772-D892-CC40-CB9F0CC80569}"/>
                  </a:ext>
                </a:extLst>
              </p:cNvPr>
              <p:cNvSpPr>
                <a:spLocks/>
              </p:cNvSpPr>
              <p:nvPr/>
            </p:nvSpPr>
            <p:spPr bwMode="auto">
              <a:xfrm>
                <a:off x="19" y="2547"/>
                <a:ext cx="19981" cy="1478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398" name="Freeform 126">
                <a:extLst>
                  <a:ext uri="{FF2B5EF4-FFF2-40B4-BE49-F238E27FC236}">
                    <a16:creationId xmlns:a16="http://schemas.microsoft.com/office/drawing/2014/main" id="{9D3D8F0B-D457-260A-1B3D-D99C646B4C22}"/>
                  </a:ext>
                </a:extLst>
              </p:cNvPr>
              <p:cNvSpPr>
                <a:spLocks/>
              </p:cNvSpPr>
              <p:nvPr/>
            </p:nvSpPr>
            <p:spPr bwMode="auto">
              <a:xfrm>
                <a:off x="204" y="14949"/>
                <a:ext cx="19611" cy="2669"/>
              </a:xfrm>
              <a:custGeom>
                <a:avLst/>
                <a:gdLst>
                  <a:gd name="T0" fmla="*/ 19981 w 20000"/>
                  <a:gd name="T1" fmla="*/ 0 h 20000"/>
                  <a:gd name="T2" fmla="*/ 19981 w 20000"/>
                  <a:gd name="T3" fmla="*/ 19692 h 20000"/>
                  <a:gd name="T4" fmla="*/ 0 w 20000"/>
                  <a:gd name="T5" fmla="*/ 19692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399" name="Rectangle 127">
                <a:extLst>
                  <a:ext uri="{FF2B5EF4-FFF2-40B4-BE49-F238E27FC236}">
                    <a16:creationId xmlns:a16="http://schemas.microsoft.com/office/drawing/2014/main" id="{0F6F5254-835F-CB12-0F6C-75054F300F3C}"/>
                  </a:ext>
                </a:extLst>
              </p:cNvPr>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Disk</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400" name="Freeform 128">
                <a:extLst>
                  <a:ext uri="{FF2B5EF4-FFF2-40B4-BE49-F238E27FC236}">
                    <a16:creationId xmlns:a16="http://schemas.microsoft.com/office/drawing/2014/main" id="{5A3C3A73-A60B-2DC6-912C-B79952708D18}"/>
                  </a:ext>
                </a:extLst>
              </p:cNvPr>
              <p:cNvSpPr>
                <a:spLocks/>
              </p:cNvSpPr>
              <p:nvPr/>
            </p:nvSpPr>
            <p:spPr bwMode="auto">
              <a:xfrm>
                <a:off x="148" y="2136"/>
                <a:ext cx="19759" cy="2752"/>
              </a:xfrm>
              <a:custGeom>
                <a:avLst/>
                <a:gdLst>
                  <a:gd name="T0" fmla="*/ 19981 w 20000"/>
                  <a:gd name="T1" fmla="*/ 0 h 20000"/>
                  <a:gd name="T2" fmla="*/ 19981 w 20000"/>
                  <a:gd name="T3" fmla="*/ 19701 h 20000"/>
                  <a:gd name="T4" fmla="*/ 0 w 20000"/>
                  <a:gd name="T5" fmla="*/ 19701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01" name="Oval 129">
                <a:extLst>
                  <a:ext uri="{FF2B5EF4-FFF2-40B4-BE49-F238E27FC236}">
                    <a16:creationId xmlns:a16="http://schemas.microsoft.com/office/drawing/2014/main" id="{21607CBE-0F19-02E4-8A69-65FF3167708F}"/>
                  </a:ext>
                </a:extLst>
              </p:cNvPr>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402" name="Group 130">
              <a:extLst>
                <a:ext uri="{FF2B5EF4-FFF2-40B4-BE49-F238E27FC236}">
                  <a16:creationId xmlns:a16="http://schemas.microsoft.com/office/drawing/2014/main" id="{50E5726B-C01D-A3DB-B34A-B6E0B53938F8}"/>
                </a:ext>
              </a:extLst>
            </p:cNvPr>
            <p:cNvGrpSpPr>
              <a:grpSpLocks/>
            </p:cNvGrpSpPr>
            <p:nvPr/>
          </p:nvGrpSpPr>
          <p:grpSpPr bwMode="auto">
            <a:xfrm>
              <a:off x="3720" y="1975"/>
              <a:ext cx="486" cy="195"/>
              <a:chOff x="0" y="1"/>
              <a:chExt cx="20000" cy="19999"/>
            </a:xfrm>
          </p:grpSpPr>
          <p:grpSp>
            <p:nvGrpSpPr>
              <p:cNvPr id="182403" name="Group 131">
                <a:extLst>
                  <a:ext uri="{FF2B5EF4-FFF2-40B4-BE49-F238E27FC236}">
                    <a16:creationId xmlns:a16="http://schemas.microsoft.com/office/drawing/2014/main" id="{4C563F40-F681-7AD3-FA96-A6EB97A6A982}"/>
                  </a:ext>
                </a:extLst>
              </p:cNvPr>
              <p:cNvGrpSpPr>
                <a:grpSpLocks/>
              </p:cNvGrpSpPr>
              <p:nvPr/>
            </p:nvGrpSpPr>
            <p:grpSpPr bwMode="auto">
              <a:xfrm>
                <a:off x="0" y="83"/>
                <a:ext cx="20000" cy="19917"/>
                <a:chOff x="0" y="3"/>
                <a:chExt cx="20000" cy="19997"/>
              </a:xfrm>
            </p:grpSpPr>
            <p:sp>
              <p:nvSpPr>
                <p:cNvPr id="182404" name="Oval 132">
                  <a:extLst>
                    <a:ext uri="{FF2B5EF4-FFF2-40B4-BE49-F238E27FC236}">
                      <a16:creationId xmlns:a16="http://schemas.microsoft.com/office/drawing/2014/main" id="{A720BCAA-8203-2B9A-2517-868E5EDA084C}"/>
                    </a:ext>
                  </a:extLst>
                </p:cNvPr>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PK"/>
                </a:p>
              </p:txBody>
            </p:sp>
            <p:sp>
              <p:nvSpPr>
                <p:cNvPr id="182405" name="Freeform 133">
                  <a:extLst>
                    <a:ext uri="{FF2B5EF4-FFF2-40B4-BE49-F238E27FC236}">
                      <a16:creationId xmlns:a16="http://schemas.microsoft.com/office/drawing/2014/main" id="{618ECDB0-FD00-584D-3144-5CF381B0BA87}"/>
                    </a:ext>
                  </a:extLst>
                </p:cNvPr>
                <p:cNvSpPr>
                  <a:spLocks/>
                </p:cNvSpPr>
                <p:nvPr/>
              </p:nvSpPr>
              <p:spPr bwMode="auto">
                <a:xfrm>
                  <a:off x="19" y="2559"/>
                  <a:ext cx="19981" cy="1484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06" name="Oval 134">
                  <a:extLst>
                    <a:ext uri="{FF2B5EF4-FFF2-40B4-BE49-F238E27FC236}">
                      <a16:creationId xmlns:a16="http://schemas.microsoft.com/office/drawing/2014/main" id="{31D66020-495D-904B-39A2-34E3C548C79B}"/>
                    </a:ext>
                  </a:extLst>
                </p:cNvPr>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PK"/>
                </a:p>
              </p:txBody>
            </p:sp>
          </p:grpSp>
          <p:sp>
            <p:nvSpPr>
              <p:cNvPr id="182407" name="Oval 135">
                <a:extLst>
                  <a:ext uri="{FF2B5EF4-FFF2-40B4-BE49-F238E27FC236}">
                    <a16:creationId xmlns:a16="http://schemas.microsoft.com/office/drawing/2014/main" id="{398D0E3C-3A89-B4F5-CE8A-2712F2BED82B}"/>
                  </a:ext>
                </a:extLst>
              </p:cNvPr>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408" name="Freeform 136">
                <a:extLst>
                  <a:ext uri="{FF2B5EF4-FFF2-40B4-BE49-F238E27FC236}">
                    <a16:creationId xmlns:a16="http://schemas.microsoft.com/office/drawing/2014/main" id="{C0685F1A-2286-1BFC-6B25-47A60579B92B}"/>
                  </a:ext>
                </a:extLst>
              </p:cNvPr>
              <p:cNvSpPr>
                <a:spLocks/>
              </p:cNvSpPr>
              <p:nvPr/>
            </p:nvSpPr>
            <p:spPr bwMode="auto">
              <a:xfrm>
                <a:off x="19" y="2547"/>
                <a:ext cx="19981" cy="1478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409" name="Freeform 137">
                <a:extLst>
                  <a:ext uri="{FF2B5EF4-FFF2-40B4-BE49-F238E27FC236}">
                    <a16:creationId xmlns:a16="http://schemas.microsoft.com/office/drawing/2014/main" id="{2C2DB7ED-0DB5-9D81-7059-8770D44436B5}"/>
                  </a:ext>
                </a:extLst>
              </p:cNvPr>
              <p:cNvSpPr>
                <a:spLocks/>
              </p:cNvSpPr>
              <p:nvPr/>
            </p:nvSpPr>
            <p:spPr bwMode="auto">
              <a:xfrm>
                <a:off x="204" y="14949"/>
                <a:ext cx="19611" cy="2669"/>
              </a:xfrm>
              <a:custGeom>
                <a:avLst/>
                <a:gdLst>
                  <a:gd name="T0" fmla="*/ 19981 w 20000"/>
                  <a:gd name="T1" fmla="*/ 0 h 20000"/>
                  <a:gd name="T2" fmla="*/ 19981 w 20000"/>
                  <a:gd name="T3" fmla="*/ 19692 h 20000"/>
                  <a:gd name="T4" fmla="*/ 0 w 20000"/>
                  <a:gd name="T5" fmla="*/ 19692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10" name="Rectangle 138">
                <a:extLst>
                  <a:ext uri="{FF2B5EF4-FFF2-40B4-BE49-F238E27FC236}">
                    <a16:creationId xmlns:a16="http://schemas.microsoft.com/office/drawing/2014/main" id="{9E5AA334-7A42-E4B4-5407-E503551159B5}"/>
                  </a:ext>
                </a:extLst>
              </p:cNvPr>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dirty="0">
                    <a:solidFill>
                      <a:srgbClr val="000000"/>
                    </a:solidFill>
                    <a:latin typeface="Times New Roman" panose="02020603050405020304" pitchFamily="18" charset="0"/>
                    <a:ea typeface="Mincho" charset="-128"/>
                  </a:rPr>
                  <a:t>Disk</a:t>
                </a:r>
                <a:endParaRPr lang="en-US" altLang="en-PK" sz="1200" dirty="0">
                  <a:solidFill>
                    <a:srgbClr val="000000"/>
                  </a:solidFill>
                  <a:latin typeface="Times New Roman" panose="02020603050405020304" pitchFamily="18" charset="0"/>
                </a:endParaRPr>
              </a:p>
              <a:p>
                <a:pPr algn="l" eaLnBrk="0" hangingPunct="0">
                  <a:spcBef>
                    <a:spcPct val="0"/>
                  </a:spcBef>
                </a:pPr>
                <a:endParaRPr lang="en-US" altLang="en-PK" sz="2400" dirty="0">
                  <a:latin typeface="Times New Roman" panose="02020603050405020304" pitchFamily="18" charset="0"/>
                  <a:ea typeface="Mincho" charset="-128"/>
                </a:endParaRPr>
              </a:p>
            </p:txBody>
          </p:sp>
          <p:sp>
            <p:nvSpPr>
              <p:cNvPr id="182411" name="Freeform 139">
                <a:extLst>
                  <a:ext uri="{FF2B5EF4-FFF2-40B4-BE49-F238E27FC236}">
                    <a16:creationId xmlns:a16="http://schemas.microsoft.com/office/drawing/2014/main" id="{7EDF545F-F596-48DC-1548-99464385F58F}"/>
                  </a:ext>
                </a:extLst>
              </p:cNvPr>
              <p:cNvSpPr>
                <a:spLocks/>
              </p:cNvSpPr>
              <p:nvPr/>
            </p:nvSpPr>
            <p:spPr bwMode="auto">
              <a:xfrm>
                <a:off x="148" y="2136"/>
                <a:ext cx="19759" cy="2752"/>
              </a:xfrm>
              <a:custGeom>
                <a:avLst/>
                <a:gdLst>
                  <a:gd name="T0" fmla="*/ 19981 w 20000"/>
                  <a:gd name="T1" fmla="*/ 0 h 20000"/>
                  <a:gd name="T2" fmla="*/ 19981 w 20000"/>
                  <a:gd name="T3" fmla="*/ 19701 h 20000"/>
                  <a:gd name="T4" fmla="*/ 0 w 20000"/>
                  <a:gd name="T5" fmla="*/ 19701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12" name="Oval 140">
                <a:extLst>
                  <a:ext uri="{FF2B5EF4-FFF2-40B4-BE49-F238E27FC236}">
                    <a16:creationId xmlns:a16="http://schemas.microsoft.com/office/drawing/2014/main" id="{1F6FBD81-F0C7-35F1-C214-8D8B2F47FEAC}"/>
                  </a:ext>
                </a:extLst>
              </p:cNvPr>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grpSp>
          <p:nvGrpSpPr>
            <p:cNvPr id="182413" name="Group 141">
              <a:extLst>
                <a:ext uri="{FF2B5EF4-FFF2-40B4-BE49-F238E27FC236}">
                  <a16:creationId xmlns:a16="http://schemas.microsoft.com/office/drawing/2014/main" id="{16FD9CDC-358A-8A40-CBD8-1C215C372C1D}"/>
                </a:ext>
              </a:extLst>
            </p:cNvPr>
            <p:cNvGrpSpPr>
              <a:grpSpLocks/>
            </p:cNvGrpSpPr>
            <p:nvPr/>
          </p:nvGrpSpPr>
          <p:grpSpPr bwMode="auto">
            <a:xfrm>
              <a:off x="2775" y="2841"/>
              <a:ext cx="487" cy="195"/>
              <a:chOff x="0" y="1"/>
              <a:chExt cx="20000" cy="19999"/>
            </a:xfrm>
          </p:grpSpPr>
          <p:grpSp>
            <p:nvGrpSpPr>
              <p:cNvPr id="182414" name="Group 142">
                <a:extLst>
                  <a:ext uri="{FF2B5EF4-FFF2-40B4-BE49-F238E27FC236}">
                    <a16:creationId xmlns:a16="http://schemas.microsoft.com/office/drawing/2014/main" id="{49720901-C82D-83CF-1FF8-2CF8CBF634C5}"/>
                  </a:ext>
                </a:extLst>
              </p:cNvPr>
              <p:cNvGrpSpPr>
                <a:grpSpLocks/>
              </p:cNvGrpSpPr>
              <p:nvPr/>
            </p:nvGrpSpPr>
            <p:grpSpPr bwMode="auto">
              <a:xfrm>
                <a:off x="18" y="42"/>
                <a:ext cx="19982" cy="19958"/>
                <a:chOff x="0" y="2"/>
                <a:chExt cx="20000" cy="19998"/>
              </a:xfrm>
            </p:grpSpPr>
            <p:sp>
              <p:nvSpPr>
                <p:cNvPr id="182415" name="Oval 143">
                  <a:extLst>
                    <a:ext uri="{FF2B5EF4-FFF2-40B4-BE49-F238E27FC236}">
                      <a16:creationId xmlns:a16="http://schemas.microsoft.com/office/drawing/2014/main" id="{7B845701-2C87-8B7D-C930-57E8C0D8C2A3}"/>
                    </a:ext>
                  </a:extLst>
                </p:cNvPr>
                <p:cNvSpPr>
                  <a:spLocks noChangeArrowheads="1"/>
                </p:cNvSpPr>
                <p:nvPr/>
              </p:nvSpPr>
              <p:spPr bwMode="auto">
                <a:xfrm>
                  <a:off x="0" y="15021"/>
                  <a:ext cx="20000" cy="4979"/>
                </a:xfrm>
                <a:prstGeom prst="ellipse">
                  <a:avLst/>
                </a:prstGeom>
                <a:solidFill>
                  <a:srgbClr val="4DB3E6"/>
                </a:solidFill>
                <a:ln w="3175">
                  <a:solidFill>
                    <a:srgbClr val="4DB3E6"/>
                  </a:solidFill>
                  <a:round/>
                  <a:headEnd/>
                  <a:tailEnd/>
                </a:ln>
              </p:spPr>
              <p:txBody>
                <a:bodyPr/>
                <a:lstStyle/>
                <a:p>
                  <a:endParaRPr lang="en-PK"/>
                </a:p>
              </p:txBody>
            </p:sp>
            <p:sp>
              <p:nvSpPr>
                <p:cNvPr id="182416" name="Freeform 144">
                  <a:extLst>
                    <a:ext uri="{FF2B5EF4-FFF2-40B4-BE49-F238E27FC236}">
                      <a16:creationId xmlns:a16="http://schemas.microsoft.com/office/drawing/2014/main" id="{E20D55C5-B65D-07E3-D810-C49ED545723A}"/>
                    </a:ext>
                  </a:extLst>
                </p:cNvPr>
                <p:cNvSpPr>
                  <a:spLocks/>
                </p:cNvSpPr>
                <p:nvPr/>
              </p:nvSpPr>
              <p:spPr bwMode="auto">
                <a:xfrm>
                  <a:off x="18" y="2553"/>
                  <a:ext cx="19982" cy="1481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17" name="Oval 145">
                  <a:extLst>
                    <a:ext uri="{FF2B5EF4-FFF2-40B4-BE49-F238E27FC236}">
                      <a16:creationId xmlns:a16="http://schemas.microsoft.com/office/drawing/2014/main" id="{533AB15D-FA64-B92E-85A0-9421F775DFD7}"/>
                    </a:ext>
                  </a:extLst>
                </p:cNvPr>
                <p:cNvSpPr>
                  <a:spLocks noChangeArrowheads="1"/>
                </p:cNvSpPr>
                <p:nvPr/>
              </p:nvSpPr>
              <p:spPr bwMode="auto">
                <a:xfrm>
                  <a:off x="0" y="2"/>
                  <a:ext cx="20000" cy="4979"/>
                </a:xfrm>
                <a:prstGeom prst="ellipse">
                  <a:avLst/>
                </a:prstGeom>
                <a:solidFill>
                  <a:srgbClr val="4DB3E6"/>
                </a:solidFill>
                <a:ln w="3175">
                  <a:solidFill>
                    <a:srgbClr val="4DB3E6"/>
                  </a:solidFill>
                  <a:round/>
                  <a:headEnd/>
                  <a:tailEnd/>
                </a:ln>
              </p:spPr>
              <p:txBody>
                <a:bodyPr/>
                <a:lstStyle/>
                <a:p>
                  <a:endParaRPr lang="en-PK"/>
                </a:p>
              </p:txBody>
            </p:sp>
          </p:grpSp>
          <p:sp>
            <p:nvSpPr>
              <p:cNvPr id="182418" name="Oval 146">
                <a:extLst>
                  <a:ext uri="{FF2B5EF4-FFF2-40B4-BE49-F238E27FC236}">
                    <a16:creationId xmlns:a16="http://schemas.microsoft.com/office/drawing/2014/main" id="{03D7B098-B787-D716-F66C-C16F5E29359C}"/>
                  </a:ext>
                </a:extLst>
              </p:cNvPr>
              <p:cNvSpPr>
                <a:spLocks noChangeArrowheads="1"/>
              </p:cNvSpPr>
              <p:nvPr/>
            </p:nvSpPr>
            <p:spPr bwMode="auto">
              <a:xfrm>
                <a:off x="0" y="14949"/>
                <a:ext cx="19982"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419" name="Freeform 147">
                <a:extLst>
                  <a:ext uri="{FF2B5EF4-FFF2-40B4-BE49-F238E27FC236}">
                    <a16:creationId xmlns:a16="http://schemas.microsoft.com/office/drawing/2014/main" id="{85BA6A3E-90AB-1873-8E02-E08B2ADB12FC}"/>
                  </a:ext>
                </a:extLst>
              </p:cNvPr>
              <p:cNvSpPr>
                <a:spLocks/>
              </p:cNvSpPr>
              <p:nvPr/>
            </p:nvSpPr>
            <p:spPr bwMode="auto">
              <a:xfrm>
                <a:off x="18" y="2547"/>
                <a:ext cx="19964" cy="14784"/>
              </a:xfrm>
              <a:custGeom>
                <a:avLst/>
                <a:gdLst>
                  <a:gd name="T0" fmla="*/ 19981 w 20000"/>
                  <a:gd name="T1" fmla="*/ 0 h 20000"/>
                  <a:gd name="T2" fmla="*/ 19981 w 20000"/>
                  <a:gd name="T3" fmla="*/ 19944 h 20000"/>
                  <a:gd name="T4" fmla="*/ 0 w 20000"/>
                  <a:gd name="T5" fmla="*/ 19944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sp>
            <p:nvSpPr>
              <p:cNvPr id="182420" name="Freeform 148">
                <a:extLst>
                  <a:ext uri="{FF2B5EF4-FFF2-40B4-BE49-F238E27FC236}">
                    <a16:creationId xmlns:a16="http://schemas.microsoft.com/office/drawing/2014/main" id="{8F612287-E6E3-57BE-2DF3-F1C2BF0B1E88}"/>
                  </a:ext>
                </a:extLst>
              </p:cNvPr>
              <p:cNvSpPr>
                <a:spLocks/>
              </p:cNvSpPr>
              <p:nvPr/>
            </p:nvSpPr>
            <p:spPr bwMode="auto">
              <a:xfrm>
                <a:off x="203" y="14949"/>
                <a:ext cx="19594" cy="2669"/>
              </a:xfrm>
              <a:custGeom>
                <a:avLst/>
                <a:gdLst>
                  <a:gd name="T0" fmla="*/ 19981 w 20000"/>
                  <a:gd name="T1" fmla="*/ 0 h 20000"/>
                  <a:gd name="T2" fmla="*/ 19981 w 20000"/>
                  <a:gd name="T3" fmla="*/ 19692 h 20000"/>
                  <a:gd name="T4" fmla="*/ 0 w 20000"/>
                  <a:gd name="T5" fmla="*/ 19692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21" name="Rectangle 149">
                <a:extLst>
                  <a:ext uri="{FF2B5EF4-FFF2-40B4-BE49-F238E27FC236}">
                    <a16:creationId xmlns:a16="http://schemas.microsoft.com/office/drawing/2014/main" id="{1CF0F01C-A5F8-F1F3-DF80-5AB0EF46F65F}"/>
                  </a:ext>
                </a:extLst>
              </p:cNvPr>
              <p:cNvSpPr>
                <a:spLocks noChangeArrowheads="1"/>
              </p:cNvSpPr>
              <p:nvPr/>
            </p:nvSpPr>
            <p:spPr bwMode="auto">
              <a:xfrm>
                <a:off x="5176" y="6489"/>
                <a:ext cx="963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algn="l">
                  <a:spcBef>
                    <a:spcPct val="0"/>
                  </a:spcBef>
                </a:pPr>
                <a:r>
                  <a:rPr lang="en-US" altLang="en-PK" sz="1000">
                    <a:solidFill>
                      <a:srgbClr val="000000"/>
                    </a:solidFill>
                    <a:latin typeface="Times New Roman" panose="02020603050405020304" pitchFamily="18" charset="0"/>
                    <a:ea typeface="Mincho" charset="-128"/>
                  </a:rPr>
                  <a:t>Disk</a:t>
                </a:r>
                <a:endParaRPr lang="en-US" altLang="en-PK" sz="1200">
                  <a:solidFill>
                    <a:srgbClr val="000000"/>
                  </a:solidFill>
                  <a:latin typeface="Times New Roman" panose="02020603050405020304" pitchFamily="18" charset="0"/>
                </a:endParaRPr>
              </a:p>
              <a:p>
                <a:pPr algn="l" eaLnBrk="0" hangingPunct="0">
                  <a:spcBef>
                    <a:spcPct val="0"/>
                  </a:spcBef>
                </a:pPr>
                <a:endParaRPr lang="en-US" altLang="en-PK" sz="2400">
                  <a:latin typeface="Times New Roman" panose="02020603050405020304" pitchFamily="18" charset="0"/>
                  <a:ea typeface="Mincho" charset="-128"/>
                </a:endParaRPr>
              </a:p>
            </p:txBody>
          </p:sp>
          <p:sp>
            <p:nvSpPr>
              <p:cNvPr id="182422" name="Freeform 150">
                <a:extLst>
                  <a:ext uri="{FF2B5EF4-FFF2-40B4-BE49-F238E27FC236}">
                    <a16:creationId xmlns:a16="http://schemas.microsoft.com/office/drawing/2014/main" id="{510F4C43-EFE7-E432-40C0-7C67797BD0D3}"/>
                  </a:ext>
                </a:extLst>
              </p:cNvPr>
              <p:cNvSpPr>
                <a:spLocks/>
              </p:cNvSpPr>
              <p:nvPr/>
            </p:nvSpPr>
            <p:spPr bwMode="auto">
              <a:xfrm>
                <a:off x="166" y="2095"/>
                <a:ext cx="19742" cy="2752"/>
              </a:xfrm>
              <a:custGeom>
                <a:avLst/>
                <a:gdLst>
                  <a:gd name="T0" fmla="*/ 19981 w 20000"/>
                  <a:gd name="T1" fmla="*/ 0 h 20000"/>
                  <a:gd name="T2" fmla="*/ 19981 w 20000"/>
                  <a:gd name="T3" fmla="*/ 19701 h 20000"/>
                  <a:gd name="T4" fmla="*/ 0 w 20000"/>
                  <a:gd name="T5" fmla="*/ 19701 h 20000"/>
                  <a:gd name="T6" fmla="*/ 0 w 20000"/>
                  <a:gd name="T7" fmla="*/ 0 h 20000"/>
                  <a:gd name="T8" fmla="*/ 19981 w 20000"/>
                  <a:gd name="T9" fmla="*/ 0 h 20000"/>
                </a:gdLst>
                <a:ahLst/>
                <a:cxnLst>
                  <a:cxn ang="0">
                    <a:pos x="T0" y="T1"/>
                  </a:cxn>
                  <a:cxn ang="0">
                    <a:pos x="T2" y="T3"/>
                  </a:cxn>
                  <a:cxn ang="0">
                    <a:pos x="T4" y="T5"/>
                  </a:cxn>
                  <a:cxn ang="0">
                    <a:pos x="T6" y="T7"/>
                  </a:cxn>
                  <a:cxn ang="0">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PK"/>
              </a:p>
            </p:txBody>
          </p:sp>
          <p:sp>
            <p:nvSpPr>
              <p:cNvPr id="182423" name="Oval 151">
                <a:extLst>
                  <a:ext uri="{FF2B5EF4-FFF2-40B4-BE49-F238E27FC236}">
                    <a16:creationId xmlns:a16="http://schemas.microsoft.com/office/drawing/2014/main" id="{30BEF2ED-36F3-4A40-F79B-0C4DEFD52758}"/>
                  </a:ext>
                </a:extLst>
              </p:cNvPr>
              <p:cNvSpPr>
                <a:spLocks noChangeArrowheads="1"/>
              </p:cNvSpPr>
              <p:nvPr/>
            </p:nvSpPr>
            <p:spPr bwMode="auto">
              <a:xfrm>
                <a:off x="0" y="1"/>
                <a:ext cx="19982"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PK"/>
              </a:p>
            </p:txBody>
          </p:sp>
        </p:grpSp>
        <p:sp>
          <p:nvSpPr>
            <p:cNvPr id="182424" name="Freeform 152">
              <a:extLst>
                <a:ext uri="{FF2B5EF4-FFF2-40B4-BE49-F238E27FC236}">
                  <a16:creationId xmlns:a16="http://schemas.microsoft.com/office/drawing/2014/main" id="{810D0DCC-172E-67FD-809E-6AFEE7E7E7C9}"/>
                </a:ext>
              </a:extLst>
            </p:cNvPr>
            <p:cNvSpPr>
              <a:spLocks/>
            </p:cNvSpPr>
            <p:nvPr/>
          </p:nvSpPr>
          <p:spPr bwMode="auto">
            <a:xfrm>
              <a:off x="3018" y="2669"/>
              <a:ext cx="0" cy="192"/>
            </a:xfrm>
            <a:custGeom>
              <a:avLst/>
              <a:gdLst>
                <a:gd name="T0" fmla="*/ 0 w 20000"/>
                <a:gd name="T1" fmla="*/ 0 h 20000"/>
                <a:gd name="T2" fmla="*/ 0 w 20000"/>
                <a:gd name="T3" fmla="*/ 19958 h 20000"/>
              </a:gdLst>
              <a:ahLst/>
              <a:cxnLst>
                <a:cxn ang="0">
                  <a:pos x="T0" y="T1"/>
                </a:cxn>
                <a:cxn ang="0">
                  <a:pos x="T2" y="T3"/>
                </a:cxn>
              </a:cxnLst>
              <a:rect l="0" t="0" r="r" b="b"/>
              <a:pathLst>
                <a:path w="20000" h="20000">
                  <a:moveTo>
                    <a:pt x="0" y="0"/>
                  </a:moveTo>
                  <a:lnTo>
                    <a:pt x="0" y="19958"/>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PK"/>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1026">
            <a:extLst>
              <a:ext uri="{FF2B5EF4-FFF2-40B4-BE49-F238E27FC236}">
                <a16:creationId xmlns:a16="http://schemas.microsoft.com/office/drawing/2014/main" id="{650ED335-4470-BF40-FDBF-E4237B38286F}"/>
              </a:ext>
            </a:extLst>
          </p:cNvPr>
          <p:cNvSpPr>
            <a:spLocks noGrp="1" noChangeArrowheads="1"/>
          </p:cNvSpPr>
          <p:nvPr>
            <p:ph type="title"/>
          </p:nvPr>
        </p:nvSpPr>
        <p:spPr>
          <a:xfrm>
            <a:off x="660919" y="18254"/>
            <a:ext cx="10515600" cy="1325563"/>
          </a:xfrm>
        </p:spPr>
        <p:txBody>
          <a:bodyPr/>
          <a:lstStyle/>
          <a:p>
            <a:r>
              <a:rPr lang="en-US" altLang="en-PK" dirty="0">
                <a:solidFill>
                  <a:schemeClr val="bg1"/>
                </a:solidFill>
              </a:rPr>
              <a:t>Basics of a Typical C++ Environment</a:t>
            </a:r>
          </a:p>
        </p:txBody>
      </p:sp>
      <p:sp>
        <p:nvSpPr>
          <p:cNvPr id="233475" name="Rectangle 1027">
            <a:extLst>
              <a:ext uri="{FF2B5EF4-FFF2-40B4-BE49-F238E27FC236}">
                <a16:creationId xmlns:a16="http://schemas.microsoft.com/office/drawing/2014/main" id="{33B4957A-7031-D3D3-8499-DACCD1739732}"/>
              </a:ext>
            </a:extLst>
          </p:cNvPr>
          <p:cNvSpPr>
            <a:spLocks noGrp="1" noChangeArrowheads="1"/>
          </p:cNvSpPr>
          <p:nvPr>
            <p:ph type="body" idx="1"/>
          </p:nvPr>
        </p:nvSpPr>
        <p:spPr/>
        <p:txBody>
          <a:bodyPr/>
          <a:lstStyle/>
          <a:p>
            <a:r>
              <a:rPr lang="en-US" altLang="en-PK"/>
              <a:t>Input/output</a:t>
            </a:r>
          </a:p>
          <a:p>
            <a:pPr lvl="1"/>
            <a:r>
              <a:rPr lang="en-US" altLang="en-PK" b="1">
                <a:latin typeface="Courier New" panose="02070309020205020404" pitchFamily="49" charset="0"/>
              </a:rPr>
              <a:t>cin</a:t>
            </a:r>
          </a:p>
          <a:p>
            <a:pPr lvl="2"/>
            <a:r>
              <a:rPr lang="en-US" altLang="en-PK"/>
              <a:t>Standard input stream</a:t>
            </a:r>
          </a:p>
          <a:p>
            <a:pPr lvl="2"/>
            <a:r>
              <a:rPr lang="en-US" altLang="en-PK"/>
              <a:t>Normally keyboard</a:t>
            </a:r>
          </a:p>
          <a:p>
            <a:pPr lvl="1"/>
            <a:r>
              <a:rPr lang="en-US" altLang="en-PK" b="1">
                <a:latin typeface="Courier New" panose="02070309020205020404" pitchFamily="49" charset="0"/>
              </a:rPr>
              <a:t>cout</a:t>
            </a:r>
          </a:p>
          <a:p>
            <a:pPr lvl="2"/>
            <a:r>
              <a:rPr lang="en-US" altLang="en-PK"/>
              <a:t>Standard output stream</a:t>
            </a:r>
          </a:p>
          <a:p>
            <a:pPr lvl="2"/>
            <a:r>
              <a:rPr lang="en-US" altLang="en-PK"/>
              <a:t>Normally computer screen</a:t>
            </a:r>
          </a:p>
          <a:p>
            <a:pPr lvl="1"/>
            <a:r>
              <a:rPr lang="en-US" altLang="en-PK" b="1">
                <a:latin typeface="Courier New" panose="02070309020205020404" pitchFamily="49" charset="0"/>
              </a:rPr>
              <a:t>cerr</a:t>
            </a:r>
          </a:p>
          <a:p>
            <a:pPr lvl="2"/>
            <a:r>
              <a:rPr lang="en-US" altLang="en-PK"/>
              <a:t>Standard error stream</a:t>
            </a:r>
          </a:p>
          <a:p>
            <a:pPr lvl="2"/>
            <a:r>
              <a:rPr lang="en-US" altLang="en-PK"/>
              <a:t>Display error messages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1026">
            <a:extLst>
              <a:ext uri="{FF2B5EF4-FFF2-40B4-BE49-F238E27FC236}">
                <a16:creationId xmlns:a16="http://schemas.microsoft.com/office/drawing/2014/main" id="{B8B8BDE8-BC35-C120-392B-EE84818183B9}"/>
              </a:ext>
            </a:extLst>
          </p:cNvPr>
          <p:cNvSpPr>
            <a:spLocks noGrp="1" noChangeArrowheads="1"/>
          </p:cNvSpPr>
          <p:nvPr>
            <p:ph type="title"/>
          </p:nvPr>
        </p:nvSpPr>
        <p:spPr>
          <a:xfrm>
            <a:off x="371670" y="0"/>
            <a:ext cx="10515600" cy="1325563"/>
          </a:xfrm>
        </p:spPr>
        <p:txBody>
          <a:bodyPr/>
          <a:lstStyle/>
          <a:p>
            <a:r>
              <a:rPr lang="en-US" altLang="en-PK" dirty="0">
                <a:solidFill>
                  <a:schemeClr val="bg1"/>
                </a:solidFill>
              </a:rPr>
              <a:t>A Simple Program: Printing a Line of Text</a:t>
            </a:r>
          </a:p>
        </p:txBody>
      </p:sp>
      <p:sp>
        <p:nvSpPr>
          <p:cNvPr id="236547" name="Rectangle 1027">
            <a:extLst>
              <a:ext uri="{FF2B5EF4-FFF2-40B4-BE49-F238E27FC236}">
                <a16:creationId xmlns:a16="http://schemas.microsoft.com/office/drawing/2014/main" id="{D2978E00-0AAB-0D9D-611F-A6B874E8F38C}"/>
              </a:ext>
            </a:extLst>
          </p:cNvPr>
          <p:cNvSpPr>
            <a:spLocks noGrp="1" noChangeArrowheads="1"/>
          </p:cNvSpPr>
          <p:nvPr>
            <p:ph type="body" idx="1"/>
          </p:nvPr>
        </p:nvSpPr>
        <p:spPr/>
        <p:txBody>
          <a:bodyPr/>
          <a:lstStyle/>
          <a:p>
            <a:r>
              <a:rPr lang="en-US" altLang="en-PK"/>
              <a:t>Comments</a:t>
            </a:r>
          </a:p>
          <a:p>
            <a:pPr lvl="1"/>
            <a:r>
              <a:rPr lang="en-US" altLang="en-PK"/>
              <a:t>Document programs</a:t>
            </a:r>
          </a:p>
          <a:p>
            <a:pPr lvl="1"/>
            <a:r>
              <a:rPr lang="en-US" altLang="en-PK"/>
              <a:t>Improve program readability</a:t>
            </a:r>
          </a:p>
          <a:p>
            <a:pPr lvl="1"/>
            <a:r>
              <a:rPr lang="en-US" altLang="en-PK"/>
              <a:t>Ignored by compiler</a:t>
            </a:r>
          </a:p>
          <a:p>
            <a:pPr lvl="1"/>
            <a:r>
              <a:rPr lang="en-US" altLang="en-PK"/>
              <a:t>Single-line comment</a:t>
            </a:r>
          </a:p>
          <a:p>
            <a:pPr lvl="2"/>
            <a:r>
              <a:rPr lang="en-US" altLang="en-PK"/>
              <a:t>Begin with </a:t>
            </a:r>
            <a:r>
              <a:rPr lang="en-US" altLang="en-PK" b="1">
                <a:latin typeface="Courier New" panose="02070309020205020404" pitchFamily="49" charset="0"/>
              </a:rPr>
              <a:t>//</a:t>
            </a:r>
          </a:p>
          <a:p>
            <a:r>
              <a:rPr lang="en-US" altLang="en-PK"/>
              <a:t>Preprocessor directives</a:t>
            </a:r>
          </a:p>
          <a:p>
            <a:pPr lvl="1"/>
            <a:r>
              <a:rPr lang="en-US" altLang="en-PK"/>
              <a:t>Processed by preprocessor before compiling</a:t>
            </a:r>
          </a:p>
          <a:p>
            <a:pPr lvl="1"/>
            <a:r>
              <a:rPr lang="en-US" altLang="en-PK"/>
              <a:t>Begin with </a:t>
            </a:r>
            <a:r>
              <a:rPr lang="en-US" altLang="en-PK" b="1">
                <a:latin typeface="Courier New" panose="02070309020205020404" pitchFamily="49" charset="0"/>
              </a:rPr>
              <a:t>#</a:t>
            </a:r>
          </a:p>
          <a:p>
            <a:pPr lvl="1">
              <a:buFontTx/>
              <a:buNone/>
            </a:pPr>
            <a:endParaRPr lang="en-US" altLang="en-PK"/>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9" name="Rectangle 1027">
            <a:extLst>
              <a:ext uri="{FF2B5EF4-FFF2-40B4-BE49-F238E27FC236}">
                <a16:creationId xmlns:a16="http://schemas.microsoft.com/office/drawing/2014/main" id="{22FD5C8C-035D-59DA-A936-67A78D1ACA00}"/>
              </a:ext>
            </a:extLst>
          </p:cNvPr>
          <p:cNvSpPr>
            <a:spLocks noGrp="1" noChangeArrowheads="1"/>
          </p:cNvSpPr>
          <p:nvPr>
            <p:ph type="subTitle" idx="1"/>
          </p:nvPr>
        </p:nvSpPr>
        <p:spPr>
          <a:xfrm>
            <a:off x="1999086" y="1890780"/>
            <a:ext cx="7010400" cy="2895600"/>
          </a:xfrm>
        </p:spPr>
        <p:txBody>
          <a:bodyPr>
            <a:normAutofit fontScale="55000" lnSpcReduction="20000"/>
          </a:bodyPr>
          <a:lstStyle/>
          <a:p>
            <a:pPr algn="l"/>
            <a:r>
              <a:rPr lang="en-US" altLang="en-PK" dirty="0">
                <a:solidFill>
                  <a:srgbClr val="5F5F5F"/>
                </a:solidFill>
                <a:latin typeface="AvantGarde" pitchFamily="34" charset="0"/>
                <a:cs typeface="Times New Roman" panose="02020603050405020304" pitchFamily="18" charset="0"/>
              </a:rPr>
              <a:t>1      </a:t>
            </a:r>
            <a:r>
              <a:rPr lang="en-US" altLang="en-PK" dirty="0">
                <a:solidFill>
                  <a:srgbClr val="008000"/>
                </a:solidFill>
                <a:cs typeface="Courier New" panose="02070309020205020404" pitchFamily="49" charset="0"/>
              </a:rPr>
              <a:t>// Fig. 1.2: fig01_02.cpp</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2      </a:t>
            </a:r>
            <a:r>
              <a:rPr lang="en-US" altLang="en-PK" dirty="0">
                <a:solidFill>
                  <a:srgbClr val="008000"/>
                </a:solidFill>
                <a:cs typeface="Courier New" panose="02070309020205020404" pitchFamily="49" charset="0"/>
              </a:rPr>
              <a:t>// A first program in C++.</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3      </a:t>
            </a:r>
            <a:r>
              <a:rPr lang="en-US" altLang="en-PK" dirty="0">
                <a:solidFill>
                  <a:srgbClr val="0000FF"/>
                </a:solidFill>
                <a:cs typeface="Courier New" panose="02070309020205020404" pitchFamily="49" charset="0"/>
              </a:rPr>
              <a:t>#include</a:t>
            </a:r>
            <a:r>
              <a:rPr lang="en-US" altLang="en-PK" dirty="0">
                <a:solidFill>
                  <a:srgbClr val="000000"/>
                </a:solidFill>
                <a:cs typeface="Courier New" panose="02070309020205020404" pitchFamily="49" charset="0"/>
              </a:rPr>
              <a:t> &lt;iostream&gt;</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4      </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5      </a:t>
            </a:r>
            <a:r>
              <a:rPr lang="en-US" altLang="en-PK" dirty="0">
                <a:solidFill>
                  <a:srgbClr val="008000"/>
                </a:solidFill>
                <a:cs typeface="Courier New" panose="02070309020205020404" pitchFamily="49" charset="0"/>
              </a:rPr>
              <a:t>// function main begins program execution</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6      </a:t>
            </a:r>
            <a:r>
              <a:rPr lang="en-US" altLang="en-PK" dirty="0">
                <a:solidFill>
                  <a:srgbClr val="0000FF"/>
                </a:solidFill>
                <a:cs typeface="Courier New" panose="02070309020205020404" pitchFamily="49" charset="0"/>
              </a:rPr>
              <a:t>int</a:t>
            </a:r>
            <a:r>
              <a:rPr lang="en-US" altLang="en-PK" dirty="0">
                <a:solidFill>
                  <a:srgbClr val="000000"/>
                </a:solidFill>
                <a:cs typeface="Courier New" panose="02070309020205020404" pitchFamily="49" charset="0"/>
              </a:rPr>
              <a:t> main()</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7      </a:t>
            </a:r>
            <a:r>
              <a:rPr lang="en-US" altLang="en-PK" dirty="0">
                <a:solidFill>
                  <a:srgbClr val="000000"/>
                </a:solidFill>
                <a:cs typeface="Courier New" panose="02070309020205020404" pitchFamily="49" charset="0"/>
              </a:rPr>
              <a:t>{</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8      </a:t>
            </a:r>
            <a:r>
              <a:rPr lang="en-US" altLang="en-PK" dirty="0">
                <a:solidFill>
                  <a:srgbClr val="000000"/>
                </a:solidFill>
                <a:cs typeface="Courier New" panose="02070309020205020404" pitchFamily="49" charset="0"/>
              </a:rPr>
              <a:t>   std::</a:t>
            </a:r>
            <a:r>
              <a:rPr lang="en-US" altLang="en-PK" dirty="0" err="1">
                <a:solidFill>
                  <a:srgbClr val="000000"/>
                </a:solidFill>
                <a:cs typeface="Courier New" panose="02070309020205020404" pitchFamily="49" charset="0"/>
              </a:rPr>
              <a:t>cout</a:t>
            </a:r>
            <a:r>
              <a:rPr lang="en-US" altLang="en-PK" dirty="0">
                <a:solidFill>
                  <a:srgbClr val="000000"/>
                </a:solidFill>
                <a:cs typeface="Courier New" panose="02070309020205020404" pitchFamily="49" charset="0"/>
              </a:rPr>
              <a:t> &lt;&lt; </a:t>
            </a:r>
            <a:r>
              <a:rPr lang="en-US" altLang="en-PK" dirty="0">
                <a:solidFill>
                  <a:srgbClr val="0099FF"/>
                </a:solidFill>
                <a:cs typeface="Courier New" panose="02070309020205020404" pitchFamily="49" charset="0"/>
              </a:rPr>
              <a:t>"Welcome to C++!\n"</a:t>
            </a:r>
            <a:r>
              <a:rPr lang="en-US" altLang="en-PK" dirty="0">
                <a:solidFill>
                  <a:srgbClr val="000000"/>
                </a:solidFill>
                <a:cs typeface="Courier New" panose="02070309020205020404" pitchFamily="49" charset="0"/>
              </a:rPr>
              <a:t>;</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9      </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10    </a:t>
            </a:r>
            <a:r>
              <a:rPr lang="en-US" altLang="en-PK" dirty="0">
                <a:solidFill>
                  <a:srgbClr val="000000"/>
                </a:solidFill>
                <a:cs typeface="Courier New" panose="02070309020205020404" pitchFamily="49" charset="0"/>
              </a:rPr>
              <a:t>   </a:t>
            </a:r>
            <a:r>
              <a:rPr lang="en-US" altLang="en-PK" dirty="0">
                <a:solidFill>
                  <a:srgbClr val="0000FF"/>
                </a:solidFill>
                <a:cs typeface="Courier New" panose="02070309020205020404" pitchFamily="49" charset="0"/>
              </a:rPr>
              <a:t>return</a:t>
            </a:r>
            <a:r>
              <a:rPr lang="en-US" altLang="en-PK" dirty="0">
                <a:solidFill>
                  <a:srgbClr val="000000"/>
                </a:solidFill>
                <a:cs typeface="Courier New" panose="02070309020205020404" pitchFamily="49" charset="0"/>
              </a:rPr>
              <a:t> </a:t>
            </a:r>
            <a:r>
              <a:rPr lang="en-US" altLang="en-PK" dirty="0">
                <a:solidFill>
                  <a:srgbClr val="0099FF"/>
                </a:solidFill>
                <a:cs typeface="Courier New" panose="02070309020205020404" pitchFamily="49" charset="0"/>
              </a:rPr>
              <a:t>0</a:t>
            </a:r>
            <a:r>
              <a:rPr lang="en-US" altLang="en-PK" dirty="0">
                <a:solidFill>
                  <a:srgbClr val="000000"/>
                </a:solidFill>
                <a:cs typeface="Courier New" panose="02070309020205020404" pitchFamily="49" charset="0"/>
              </a:rPr>
              <a:t>;   </a:t>
            </a:r>
            <a:r>
              <a:rPr lang="en-US" altLang="en-PK" dirty="0">
                <a:solidFill>
                  <a:srgbClr val="008000"/>
                </a:solidFill>
                <a:cs typeface="Courier New" panose="02070309020205020404" pitchFamily="49" charset="0"/>
              </a:rPr>
              <a:t>// indicate that program ended successfully</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11    </a:t>
            </a:r>
            <a:endParaRPr lang="en-US" altLang="en-PK" dirty="0">
              <a:solidFill>
                <a:srgbClr val="000000"/>
              </a:solidFill>
              <a:latin typeface="Courier" pitchFamily="49" charset="0"/>
              <a:cs typeface="Times New Roman" panose="02020603050405020304" pitchFamily="18" charset="0"/>
            </a:endParaRPr>
          </a:p>
          <a:p>
            <a:pPr algn="l"/>
            <a:r>
              <a:rPr lang="en-US" altLang="en-PK" dirty="0">
                <a:solidFill>
                  <a:srgbClr val="5F5F5F"/>
                </a:solidFill>
                <a:latin typeface="AvantGarde" pitchFamily="34" charset="0"/>
                <a:cs typeface="Times New Roman" panose="02020603050405020304" pitchFamily="18" charset="0"/>
              </a:rPr>
              <a:t>12    </a:t>
            </a:r>
            <a:r>
              <a:rPr lang="en-US" altLang="en-PK" dirty="0">
                <a:solidFill>
                  <a:srgbClr val="000000"/>
                </a:solidFill>
                <a:cs typeface="Courier New" panose="02070309020205020404" pitchFamily="49" charset="0"/>
              </a:rPr>
              <a:t>} </a:t>
            </a:r>
            <a:r>
              <a:rPr lang="en-US" altLang="en-PK" dirty="0">
                <a:solidFill>
                  <a:srgbClr val="008000"/>
                </a:solidFill>
                <a:cs typeface="Courier New" panose="02070309020205020404" pitchFamily="49" charset="0"/>
              </a:rPr>
              <a:t>// end function main</a:t>
            </a:r>
            <a:endParaRPr lang="en-US" altLang="en-PK" dirty="0">
              <a:solidFill>
                <a:srgbClr val="000000"/>
              </a:solidFill>
              <a:latin typeface="Courier" pitchFamily="49" charset="0"/>
              <a:cs typeface="Times New Roman" panose="02020603050405020304" pitchFamily="18" charset="0"/>
            </a:endParaRPr>
          </a:p>
          <a:p>
            <a:pPr algn="l"/>
            <a:endParaRPr lang="en-US" altLang="en-PK" dirty="0"/>
          </a:p>
        </p:txBody>
      </p:sp>
      <p:sp>
        <p:nvSpPr>
          <p:cNvPr id="208900" name="Rectangle 1028">
            <a:extLst>
              <a:ext uri="{FF2B5EF4-FFF2-40B4-BE49-F238E27FC236}">
                <a16:creationId xmlns:a16="http://schemas.microsoft.com/office/drawing/2014/main" id="{9FBD3015-951C-D92D-5459-D789BAFFE99D}"/>
              </a:ext>
            </a:extLst>
          </p:cNvPr>
          <p:cNvSpPr>
            <a:spLocks noChangeArrowheads="1"/>
          </p:cNvSpPr>
          <p:nvPr/>
        </p:nvSpPr>
        <p:spPr bwMode="auto">
          <a:xfrm>
            <a:off x="2967912" y="4949494"/>
            <a:ext cx="7010400" cy="5334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2880" bIns="182880"/>
          <a:lstStyle/>
          <a:p>
            <a:pPr algn="l">
              <a:spcBef>
                <a:spcPct val="20000"/>
              </a:spcBef>
            </a:pPr>
            <a:r>
              <a:rPr lang="en-US" altLang="en-PK" sz="1200">
                <a:latin typeface="Courier New" panose="02070309020205020404" pitchFamily="49" charset="0"/>
              </a:rPr>
              <a:t>Welcome to C++! </a:t>
            </a:r>
          </a:p>
        </p:txBody>
      </p:sp>
      <p:grpSp>
        <p:nvGrpSpPr>
          <p:cNvPr id="208904" name="Group 1032">
            <a:extLst>
              <a:ext uri="{FF2B5EF4-FFF2-40B4-BE49-F238E27FC236}">
                <a16:creationId xmlns:a16="http://schemas.microsoft.com/office/drawing/2014/main" id="{9117648F-1597-4B37-78DC-A0DDFC2E59F8}"/>
              </a:ext>
            </a:extLst>
          </p:cNvPr>
          <p:cNvGrpSpPr>
            <a:grpSpLocks/>
          </p:cNvGrpSpPr>
          <p:nvPr/>
        </p:nvGrpSpPr>
        <p:grpSpPr bwMode="auto">
          <a:xfrm>
            <a:off x="6054012" y="1964092"/>
            <a:ext cx="3505200" cy="715963"/>
            <a:chOff x="960" y="1776"/>
            <a:chExt cx="2208" cy="451"/>
          </a:xfrm>
        </p:grpSpPr>
        <p:sp>
          <p:nvSpPr>
            <p:cNvPr id="208901" name="Text Box 1029">
              <a:extLst>
                <a:ext uri="{FF2B5EF4-FFF2-40B4-BE49-F238E27FC236}">
                  <a16:creationId xmlns:a16="http://schemas.microsoft.com/office/drawing/2014/main" id="{24130E68-51C6-CA25-0C1D-46DCECF6FB4E}"/>
                </a:ext>
              </a:extLst>
            </p:cNvPr>
            <p:cNvSpPr txBox="1">
              <a:spLocks noChangeArrowheads="1"/>
            </p:cNvSpPr>
            <p:nvPr/>
          </p:nvSpPr>
          <p:spPr bwMode="auto">
            <a:xfrm>
              <a:off x="1872" y="1776"/>
              <a:ext cx="1296"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Single-line comments.</a:t>
              </a:r>
            </a:p>
          </p:txBody>
        </p:sp>
        <p:sp>
          <p:nvSpPr>
            <p:cNvPr id="208902" name="Line 1030">
              <a:extLst>
                <a:ext uri="{FF2B5EF4-FFF2-40B4-BE49-F238E27FC236}">
                  <a16:creationId xmlns:a16="http://schemas.microsoft.com/office/drawing/2014/main" id="{4F953B20-4062-9C74-F345-1D8AAD6C1283}"/>
                </a:ext>
              </a:extLst>
            </p:cNvPr>
            <p:cNvSpPr>
              <a:spLocks noChangeShapeType="1"/>
            </p:cNvSpPr>
            <p:nvPr/>
          </p:nvSpPr>
          <p:spPr bwMode="auto">
            <a:xfrm flipH="1" flipV="1">
              <a:off x="960" y="1824"/>
              <a:ext cx="91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sp>
          <p:nvSpPr>
            <p:cNvPr id="208903" name="Line 1031">
              <a:extLst>
                <a:ext uri="{FF2B5EF4-FFF2-40B4-BE49-F238E27FC236}">
                  <a16:creationId xmlns:a16="http://schemas.microsoft.com/office/drawing/2014/main" id="{60519B27-B399-668C-BB4D-7DAD1A01FC14}"/>
                </a:ext>
              </a:extLst>
            </p:cNvPr>
            <p:cNvSpPr>
              <a:spLocks noChangeShapeType="1"/>
            </p:cNvSpPr>
            <p:nvPr/>
          </p:nvSpPr>
          <p:spPr bwMode="auto">
            <a:xfrm flipH="1">
              <a:off x="960" y="1872"/>
              <a:ext cx="91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grpSp>
        <p:nvGrpSpPr>
          <p:cNvPr id="208907" name="Group 1035">
            <a:extLst>
              <a:ext uri="{FF2B5EF4-FFF2-40B4-BE49-F238E27FC236}">
                <a16:creationId xmlns:a16="http://schemas.microsoft.com/office/drawing/2014/main" id="{38F3CBCD-7958-3A21-1912-12A78FDAF918}"/>
              </a:ext>
            </a:extLst>
          </p:cNvPr>
          <p:cNvGrpSpPr>
            <a:grpSpLocks/>
          </p:cNvGrpSpPr>
          <p:nvPr/>
        </p:nvGrpSpPr>
        <p:grpSpPr bwMode="auto">
          <a:xfrm>
            <a:off x="5292012" y="2400653"/>
            <a:ext cx="4114800" cy="1338263"/>
            <a:chOff x="1392" y="419"/>
            <a:chExt cx="2592" cy="843"/>
          </a:xfrm>
        </p:grpSpPr>
        <p:sp>
          <p:nvSpPr>
            <p:cNvPr id="208905" name="Text Box 1033">
              <a:extLst>
                <a:ext uri="{FF2B5EF4-FFF2-40B4-BE49-F238E27FC236}">
                  <a16:creationId xmlns:a16="http://schemas.microsoft.com/office/drawing/2014/main" id="{64BBB2BA-A2E1-1BC9-64E5-5E3C318B511A}"/>
                </a:ext>
              </a:extLst>
            </p:cNvPr>
            <p:cNvSpPr txBox="1">
              <a:spLocks noChangeArrowheads="1"/>
            </p:cNvSpPr>
            <p:nvPr/>
          </p:nvSpPr>
          <p:spPr bwMode="auto">
            <a:xfrm>
              <a:off x="2304" y="419"/>
              <a:ext cx="1680" cy="843"/>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Preprocessor directive to include input/output stream header file </a:t>
              </a:r>
              <a:r>
                <a:rPr lang="en-US" altLang="en-PK">
                  <a:latin typeface="Courier New" panose="02070309020205020404" pitchFamily="49" charset="0"/>
                </a:rPr>
                <a:t>&lt;iostream&gt;</a:t>
              </a:r>
              <a:r>
                <a:rPr lang="en-US" altLang="en-PK">
                  <a:latin typeface="Times New Roman" panose="02020603050405020304" pitchFamily="18" charset="0"/>
                </a:rPr>
                <a:t>.</a:t>
              </a:r>
            </a:p>
          </p:txBody>
        </p:sp>
        <p:sp>
          <p:nvSpPr>
            <p:cNvPr id="208906" name="Line 1034">
              <a:extLst>
                <a:ext uri="{FF2B5EF4-FFF2-40B4-BE49-F238E27FC236}">
                  <a16:creationId xmlns:a16="http://schemas.microsoft.com/office/drawing/2014/main" id="{1F432A70-413E-3BFE-8C18-C97048909BE6}"/>
                </a:ext>
              </a:extLst>
            </p:cNvPr>
            <p:cNvSpPr>
              <a:spLocks noChangeShapeType="1"/>
            </p:cNvSpPr>
            <p:nvPr/>
          </p:nvSpPr>
          <p:spPr bwMode="auto">
            <a:xfrm flipH="1" flipV="1">
              <a:off x="1392" y="467"/>
              <a:ext cx="91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grpSp>
        <p:nvGrpSpPr>
          <p:cNvPr id="208910" name="Group 1038">
            <a:extLst>
              <a:ext uri="{FF2B5EF4-FFF2-40B4-BE49-F238E27FC236}">
                <a16:creationId xmlns:a16="http://schemas.microsoft.com/office/drawing/2014/main" id="{F07F5E0D-562F-2423-4DF4-8038569C5F21}"/>
              </a:ext>
            </a:extLst>
          </p:cNvPr>
          <p:cNvGrpSpPr>
            <a:grpSpLocks/>
          </p:cNvGrpSpPr>
          <p:nvPr/>
        </p:nvGrpSpPr>
        <p:grpSpPr bwMode="auto">
          <a:xfrm>
            <a:off x="4530012" y="2729265"/>
            <a:ext cx="4114800" cy="1027113"/>
            <a:chOff x="864" y="624"/>
            <a:chExt cx="2592" cy="647"/>
          </a:xfrm>
        </p:grpSpPr>
        <p:sp>
          <p:nvSpPr>
            <p:cNvPr id="208908" name="Text Box 1036">
              <a:extLst>
                <a:ext uri="{FF2B5EF4-FFF2-40B4-BE49-F238E27FC236}">
                  <a16:creationId xmlns:a16="http://schemas.microsoft.com/office/drawing/2014/main" id="{9CA69A3A-DF46-387B-38B9-1DA86D027453}"/>
                </a:ext>
              </a:extLst>
            </p:cNvPr>
            <p:cNvSpPr txBox="1">
              <a:spLocks noChangeArrowheads="1"/>
            </p:cNvSpPr>
            <p:nvPr/>
          </p:nvSpPr>
          <p:spPr bwMode="auto">
            <a:xfrm>
              <a:off x="1776" y="624"/>
              <a:ext cx="1680" cy="64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Function </a:t>
              </a:r>
              <a:r>
                <a:rPr lang="en-US" altLang="en-PK">
                  <a:latin typeface="Courier New" panose="02070309020205020404" pitchFamily="49" charset="0"/>
                </a:rPr>
                <a:t>main</a:t>
              </a:r>
              <a:r>
                <a:rPr lang="en-US" altLang="en-PK">
                  <a:latin typeface="Times New Roman" panose="02020603050405020304" pitchFamily="18" charset="0"/>
                </a:rPr>
                <a:t> appears exactly once in every C++ program..</a:t>
              </a:r>
            </a:p>
          </p:txBody>
        </p:sp>
        <p:sp>
          <p:nvSpPr>
            <p:cNvPr id="208909" name="Line 1037">
              <a:extLst>
                <a:ext uri="{FF2B5EF4-FFF2-40B4-BE49-F238E27FC236}">
                  <a16:creationId xmlns:a16="http://schemas.microsoft.com/office/drawing/2014/main" id="{73F584AF-5164-5D5A-2063-31318DB9AC05}"/>
                </a:ext>
              </a:extLst>
            </p:cNvPr>
            <p:cNvSpPr>
              <a:spLocks noChangeShapeType="1"/>
            </p:cNvSpPr>
            <p:nvPr/>
          </p:nvSpPr>
          <p:spPr bwMode="auto">
            <a:xfrm flipH="1">
              <a:off x="864" y="720"/>
              <a:ext cx="912"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grpSp>
        <p:nvGrpSpPr>
          <p:cNvPr id="208913" name="Group 1041">
            <a:extLst>
              <a:ext uri="{FF2B5EF4-FFF2-40B4-BE49-F238E27FC236}">
                <a16:creationId xmlns:a16="http://schemas.microsoft.com/office/drawing/2014/main" id="{2AF36825-3259-0C5A-B266-E4BF7B4F2372}"/>
              </a:ext>
            </a:extLst>
          </p:cNvPr>
          <p:cNvGrpSpPr>
            <a:grpSpLocks/>
          </p:cNvGrpSpPr>
          <p:nvPr/>
        </p:nvGrpSpPr>
        <p:grpSpPr bwMode="auto">
          <a:xfrm>
            <a:off x="3615612" y="2192689"/>
            <a:ext cx="4114800" cy="838200"/>
            <a:chOff x="336" y="288"/>
            <a:chExt cx="2592" cy="528"/>
          </a:xfrm>
        </p:grpSpPr>
        <p:sp>
          <p:nvSpPr>
            <p:cNvPr id="208911" name="Text Box 1039">
              <a:extLst>
                <a:ext uri="{FF2B5EF4-FFF2-40B4-BE49-F238E27FC236}">
                  <a16:creationId xmlns:a16="http://schemas.microsoft.com/office/drawing/2014/main" id="{B43FAC87-AC8E-2277-D5B7-373F1593AD5C}"/>
                </a:ext>
              </a:extLst>
            </p:cNvPr>
            <p:cNvSpPr txBox="1">
              <a:spLocks noChangeArrowheads="1"/>
            </p:cNvSpPr>
            <p:nvPr/>
          </p:nvSpPr>
          <p:spPr bwMode="auto">
            <a:xfrm>
              <a:off x="1248" y="288"/>
              <a:ext cx="1680"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Function </a:t>
              </a:r>
              <a:r>
                <a:rPr lang="en-US" altLang="en-PK">
                  <a:latin typeface="Courier New" panose="02070309020205020404" pitchFamily="49" charset="0"/>
                </a:rPr>
                <a:t>main</a:t>
              </a:r>
              <a:r>
                <a:rPr lang="en-US" altLang="en-PK">
                  <a:latin typeface="Times New Roman" panose="02020603050405020304" pitchFamily="18" charset="0"/>
                </a:rPr>
                <a:t> returns an integer value.</a:t>
              </a:r>
            </a:p>
          </p:txBody>
        </p:sp>
        <p:sp>
          <p:nvSpPr>
            <p:cNvPr id="208912" name="Line 1040">
              <a:extLst>
                <a:ext uri="{FF2B5EF4-FFF2-40B4-BE49-F238E27FC236}">
                  <a16:creationId xmlns:a16="http://schemas.microsoft.com/office/drawing/2014/main" id="{781AE2ED-7E92-7D86-C26B-2E6010B57F2A}"/>
                </a:ext>
              </a:extLst>
            </p:cNvPr>
            <p:cNvSpPr>
              <a:spLocks noChangeShapeType="1"/>
            </p:cNvSpPr>
            <p:nvPr/>
          </p:nvSpPr>
          <p:spPr bwMode="auto">
            <a:xfrm flipH="1">
              <a:off x="336" y="384"/>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grpSp>
      <p:grpSp>
        <p:nvGrpSpPr>
          <p:cNvPr id="208916" name="Group 1044">
            <a:extLst>
              <a:ext uri="{FF2B5EF4-FFF2-40B4-BE49-F238E27FC236}">
                <a16:creationId xmlns:a16="http://schemas.microsoft.com/office/drawing/2014/main" id="{860D75F5-5B2E-DDDF-C541-6945EB8D958A}"/>
              </a:ext>
            </a:extLst>
          </p:cNvPr>
          <p:cNvGrpSpPr>
            <a:grpSpLocks/>
          </p:cNvGrpSpPr>
          <p:nvPr/>
        </p:nvGrpSpPr>
        <p:grpSpPr bwMode="auto">
          <a:xfrm>
            <a:off x="4949112" y="2560257"/>
            <a:ext cx="4114800" cy="838200"/>
            <a:chOff x="384" y="467"/>
            <a:chExt cx="2592" cy="528"/>
          </a:xfrm>
        </p:grpSpPr>
        <p:sp>
          <p:nvSpPr>
            <p:cNvPr id="208914" name="Text Box 1042">
              <a:extLst>
                <a:ext uri="{FF2B5EF4-FFF2-40B4-BE49-F238E27FC236}">
                  <a16:creationId xmlns:a16="http://schemas.microsoft.com/office/drawing/2014/main" id="{EE8234EE-2EB9-A169-C5D2-0BC08E4D0647}"/>
                </a:ext>
              </a:extLst>
            </p:cNvPr>
            <p:cNvSpPr txBox="1">
              <a:spLocks noChangeArrowheads="1"/>
            </p:cNvSpPr>
            <p:nvPr/>
          </p:nvSpPr>
          <p:spPr bwMode="auto">
            <a:xfrm>
              <a:off x="1296" y="467"/>
              <a:ext cx="1680"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Left brace </a:t>
              </a:r>
              <a:r>
                <a:rPr lang="en-US" altLang="en-PK">
                  <a:latin typeface="Courier New" panose="02070309020205020404" pitchFamily="49" charset="0"/>
                </a:rPr>
                <a:t>{</a:t>
              </a:r>
              <a:r>
                <a:rPr lang="en-US" altLang="en-PK">
                  <a:latin typeface="Times New Roman" panose="02020603050405020304" pitchFamily="18" charset="0"/>
                </a:rPr>
                <a:t> begins function body.</a:t>
              </a:r>
            </a:p>
          </p:txBody>
        </p:sp>
        <p:sp>
          <p:nvSpPr>
            <p:cNvPr id="208915" name="Line 1043">
              <a:extLst>
                <a:ext uri="{FF2B5EF4-FFF2-40B4-BE49-F238E27FC236}">
                  <a16:creationId xmlns:a16="http://schemas.microsoft.com/office/drawing/2014/main" id="{8042C3EA-9134-880A-B5F6-A908E084EDC3}"/>
                </a:ext>
              </a:extLst>
            </p:cNvPr>
            <p:cNvSpPr>
              <a:spLocks noChangeShapeType="1"/>
            </p:cNvSpPr>
            <p:nvPr/>
          </p:nvSpPr>
          <p:spPr bwMode="auto">
            <a:xfrm flipH="1">
              <a:off x="384" y="563"/>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grpSp>
      <p:grpSp>
        <p:nvGrpSpPr>
          <p:cNvPr id="208919" name="Group 1047">
            <a:extLst>
              <a:ext uri="{FF2B5EF4-FFF2-40B4-BE49-F238E27FC236}">
                <a16:creationId xmlns:a16="http://schemas.microsoft.com/office/drawing/2014/main" id="{A808ACEA-4355-56BE-7CE7-16FF8D8EE054}"/>
              </a:ext>
            </a:extLst>
          </p:cNvPr>
          <p:cNvGrpSpPr>
            <a:grpSpLocks/>
          </p:cNvGrpSpPr>
          <p:nvPr/>
        </p:nvGrpSpPr>
        <p:grpSpPr bwMode="auto">
          <a:xfrm>
            <a:off x="4267200" y="3700443"/>
            <a:ext cx="4114800" cy="1027113"/>
            <a:chOff x="336" y="1152"/>
            <a:chExt cx="2592" cy="647"/>
          </a:xfrm>
        </p:grpSpPr>
        <p:sp>
          <p:nvSpPr>
            <p:cNvPr id="208917" name="Text Box 1045">
              <a:extLst>
                <a:ext uri="{FF2B5EF4-FFF2-40B4-BE49-F238E27FC236}">
                  <a16:creationId xmlns:a16="http://schemas.microsoft.com/office/drawing/2014/main" id="{C9AE3260-5239-8A2E-3210-BD701E9FD081}"/>
                </a:ext>
              </a:extLst>
            </p:cNvPr>
            <p:cNvSpPr txBox="1">
              <a:spLocks noChangeArrowheads="1"/>
            </p:cNvSpPr>
            <p:nvPr/>
          </p:nvSpPr>
          <p:spPr bwMode="auto">
            <a:xfrm>
              <a:off x="1248" y="1152"/>
              <a:ext cx="1680" cy="64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Corresponding right brace </a:t>
              </a:r>
              <a:r>
                <a:rPr lang="en-US" altLang="en-PK">
                  <a:latin typeface="Courier New" panose="02070309020205020404" pitchFamily="49" charset="0"/>
                </a:rPr>
                <a:t>}</a:t>
              </a:r>
              <a:r>
                <a:rPr lang="en-US" altLang="en-PK">
                  <a:latin typeface="Times New Roman" panose="02020603050405020304" pitchFamily="18" charset="0"/>
                </a:rPr>
                <a:t> ends function body.</a:t>
              </a:r>
            </a:p>
          </p:txBody>
        </p:sp>
        <p:sp>
          <p:nvSpPr>
            <p:cNvPr id="208918" name="Line 1046">
              <a:extLst>
                <a:ext uri="{FF2B5EF4-FFF2-40B4-BE49-F238E27FC236}">
                  <a16:creationId xmlns:a16="http://schemas.microsoft.com/office/drawing/2014/main" id="{EBA1B84A-F3EC-5FDC-11A7-88B43165B2EA}"/>
                </a:ext>
              </a:extLst>
            </p:cNvPr>
            <p:cNvSpPr>
              <a:spLocks noChangeShapeType="1"/>
            </p:cNvSpPr>
            <p:nvPr/>
          </p:nvSpPr>
          <p:spPr bwMode="auto">
            <a:xfrm flipH="1">
              <a:off x="336" y="1248"/>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grpSp>
      <p:grpSp>
        <p:nvGrpSpPr>
          <p:cNvPr id="208922" name="Group 1050">
            <a:extLst>
              <a:ext uri="{FF2B5EF4-FFF2-40B4-BE49-F238E27FC236}">
                <a16:creationId xmlns:a16="http://schemas.microsoft.com/office/drawing/2014/main" id="{6D7B9044-7E99-D09E-1323-ADA2420BD0B5}"/>
              </a:ext>
            </a:extLst>
          </p:cNvPr>
          <p:cNvGrpSpPr>
            <a:grpSpLocks/>
          </p:cNvGrpSpPr>
          <p:nvPr/>
        </p:nvGrpSpPr>
        <p:grpSpPr bwMode="auto">
          <a:xfrm>
            <a:off x="6968412" y="2726089"/>
            <a:ext cx="4114800" cy="838200"/>
            <a:chOff x="2976" y="660"/>
            <a:chExt cx="2592" cy="528"/>
          </a:xfrm>
        </p:grpSpPr>
        <p:sp>
          <p:nvSpPr>
            <p:cNvPr id="208920" name="Text Box 1048">
              <a:extLst>
                <a:ext uri="{FF2B5EF4-FFF2-40B4-BE49-F238E27FC236}">
                  <a16:creationId xmlns:a16="http://schemas.microsoft.com/office/drawing/2014/main" id="{D546E0BD-A7A4-CF3F-ABA1-8CB476F4018C}"/>
                </a:ext>
              </a:extLst>
            </p:cNvPr>
            <p:cNvSpPr txBox="1">
              <a:spLocks noChangeArrowheads="1"/>
            </p:cNvSpPr>
            <p:nvPr/>
          </p:nvSpPr>
          <p:spPr bwMode="auto">
            <a:xfrm>
              <a:off x="3888" y="660"/>
              <a:ext cx="1680"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Statements end with a semicolon </a:t>
              </a:r>
              <a:r>
                <a:rPr lang="en-US" altLang="en-PK">
                  <a:latin typeface="Courier New" panose="02070309020205020404" pitchFamily="49" charset="0"/>
                </a:rPr>
                <a:t>;</a:t>
              </a:r>
              <a:r>
                <a:rPr lang="en-US" altLang="en-PK">
                  <a:latin typeface="Times New Roman" panose="02020603050405020304" pitchFamily="18" charset="0"/>
                </a:rPr>
                <a:t>.</a:t>
              </a:r>
            </a:p>
          </p:txBody>
        </p:sp>
        <p:sp>
          <p:nvSpPr>
            <p:cNvPr id="208921" name="Line 1049">
              <a:extLst>
                <a:ext uri="{FF2B5EF4-FFF2-40B4-BE49-F238E27FC236}">
                  <a16:creationId xmlns:a16="http://schemas.microsoft.com/office/drawing/2014/main" id="{18DC26FD-7015-6A75-8C16-07F6094C1EAF}"/>
                </a:ext>
              </a:extLst>
            </p:cNvPr>
            <p:cNvSpPr>
              <a:spLocks noChangeShapeType="1"/>
            </p:cNvSpPr>
            <p:nvPr/>
          </p:nvSpPr>
          <p:spPr bwMode="auto">
            <a:xfrm flipH="1">
              <a:off x="2976" y="756"/>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grpSp>
      <p:grpSp>
        <p:nvGrpSpPr>
          <p:cNvPr id="208925" name="Group 1053">
            <a:extLst>
              <a:ext uri="{FF2B5EF4-FFF2-40B4-BE49-F238E27FC236}">
                <a16:creationId xmlns:a16="http://schemas.microsoft.com/office/drawing/2014/main" id="{5667F276-AEDF-15B3-B2C9-E0C5D592A559}"/>
              </a:ext>
            </a:extLst>
          </p:cNvPr>
          <p:cNvGrpSpPr>
            <a:grpSpLocks/>
          </p:cNvGrpSpPr>
          <p:nvPr/>
        </p:nvGrpSpPr>
        <p:grpSpPr bwMode="auto">
          <a:xfrm>
            <a:off x="4149012" y="3656366"/>
            <a:ext cx="4114800" cy="1116013"/>
            <a:chOff x="960" y="1524"/>
            <a:chExt cx="2592" cy="703"/>
          </a:xfrm>
        </p:grpSpPr>
        <p:sp>
          <p:nvSpPr>
            <p:cNvPr id="208923" name="Text Box 1051">
              <a:extLst>
                <a:ext uri="{FF2B5EF4-FFF2-40B4-BE49-F238E27FC236}">
                  <a16:creationId xmlns:a16="http://schemas.microsoft.com/office/drawing/2014/main" id="{5C69027C-6A24-4D68-8B64-28B5A651AE33}"/>
                </a:ext>
              </a:extLst>
            </p:cNvPr>
            <p:cNvSpPr txBox="1">
              <a:spLocks noChangeArrowheads="1"/>
            </p:cNvSpPr>
            <p:nvPr/>
          </p:nvSpPr>
          <p:spPr bwMode="auto">
            <a:xfrm>
              <a:off x="1872" y="1776"/>
              <a:ext cx="1680"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dirty="0">
                  <a:latin typeface="Times New Roman" panose="02020603050405020304" pitchFamily="18" charset="0"/>
                </a:rPr>
                <a:t>Name </a:t>
              </a:r>
              <a:r>
                <a:rPr lang="en-US" altLang="en-PK" dirty="0" err="1">
                  <a:latin typeface="Courier New" panose="02070309020205020404" pitchFamily="49" charset="0"/>
                </a:rPr>
                <a:t>cout</a:t>
              </a:r>
              <a:r>
                <a:rPr lang="en-US" altLang="en-PK" dirty="0">
                  <a:latin typeface="Times New Roman" panose="02020603050405020304" pitchFamily="18" charset="0"/>
                </a:rPr>
                <a:t> belongs to namespace </a:t>
              </a:r>
              <a:r>
                <a:rPr lang="en-US" altLang="en-PK" dirty="0">
                  <a:latin typeface="Courier New" panose="02070309020205020404" pitchFamily="49" charset="0"/>
                </a:rPr>
                <a:t>std</a:t>
              </a:r>
              <a:r>
                <a:rPr lang="en-US" altLang="en-PK" dirty="0">
                  <a:latin typeface="Times New Roman" panose="02020603050405020304" pitchFamily="18" charset="0"/>
                </a:rPr>
                <a:t>.</a:t>
              </a:r>
            </a:p>
          </p:txBody>
        </p:sp>
        <p:sp>
          <p:nvSpPr>
            <p:cNvPr id="208924" name="Line 1052">
              <a:extLst>
                <a:ext uri="{FF2B5EF4-FFF2-40B4-BE49-F238E27FC236}">
                  <a16:creationId xmlns:a16="http://schemas.microsoft.com/office/drawing/2014/main" id="{1BD7918E-CAB2-D0CA-491C-11CA91A2085B}"/>
                </a:ext>
              </a:extLst>
            </p:cNvPr>
            <p:cNvSpPr>
              <a:spLocks noChangeShapeType="1"/>
            </p:cNvSpPr>
            <p:nvPr/>
          </p:nvSpPr>
          <p:spPr bwMode="auto">
            <a:xfrm flipH="1" flipV="1">
              <a:off x="960" y="1524"/>
              <a:ext cx="912" cy="3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grpSp>
        <p:nvGrpSpPr>
          <p:cNvPr id="208928" name="Group 1056">
            <a:extLst>
              <a:ext uri="{FF2B5EF4-FFF2-40B4-BE49-F238E27FC236}">
                <a16:creationId xmlns:a16="http://schemas.microsoft.com/office/drawing/2014/main" id="{DF18912F-1A04-80A4-1C2C-3C8C5370010E}"/>
              </a:ext>
            </a:extLst>
          </p:cNvPr>
          <p:cNvGrpSpPr>
            <a:grpSpLocks/>
          </p:cNvGrpSpPr>
          <p:nvPr/>
        </p:nvGrpSpPr>
        <p:grpSpPr bwMode="auto">
          <a:xfrm>
            <a:off x="4618912" y="3743677"/>
            <a:ext cx="4406900" cy="958850"/>
            <a:chOff x="968" y="1265"/>
            <a:chExt cx="2776" cy="604"/>
          </a:xfrm>
        </p:grpSpPr>
        <p:sp>
          <p:nvSpPr>
            <p:cNvPr id="208926" name="Text Box 1054">
              <a:extLst>
                <a:ext uri="{FF2B5EF4-FFF2-40B4-BE49-F238E27FC236}">
                  <a16:creationId xmlns:a16="http://schemas.microsoft.com/office/drawing/2014/main" id="{C551CE30-4DD2-EB64-9B4E-CBA7AC803653}"/>
                </a:ext>
              </a:extLst>
            </p:cNvPr>
            <p:cNvSpPr txBox="1">
              <a:spLocks noChangeArrowheads="1"/>
            </p:cNvSpPr>
            <p:nvPr/>
          </p:nvSpPr>
          <p:spPr bwMode="auto">
            <a:xfrm>
              <a:off x="2064" y="1418"/>
              <a:ext cx="1680" cy="45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dirty="0">
                  <a:latin typeface="Times New Roman" panose="02020603050405020304" pitchFamily="18" charset="0"/>
                </a:rPr>
                <a:t>Stream insertion operator.</a:t>
              </a:r>
            </a:p>
          </p:txBody>
        </p:sp>
        <p:sp>
          <p:nvSpPr>
            <p:cNvPr id="208927" name="Line 1055">
              <a:extLst>
                <a:ext uri="{FF2B5EF4-FFF2-40B4-BE49-F238E27FC236}">
                  <a16:creationId xmlns:a16="http://schemas.microsoft.com/office/drawing/2014/main" id="{CD90CA03-3279-560D-5CC8-1CA969AD0EC8}"/>
                </a:ext>
              </a:extLst>
            </p:cNvPr>
            <p:cNvSpPr>
              <a:spLocks noChangeShapeType="1"/>
            </p:cNvSpPr>
            <p:nvPr/>
          </p:nvSpPr>
          <p:spPr bwMode="auto">
            <a:xfrm flipH="1" flipV="1">
              <a:off x="968" y="1265"/>
              <a:ext cx="912" cy="31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grpSp>
        <p:nvGrpSpPr>
          <p:cNvPr id="208931" name="Group 1059">
            <a:extLst>
              <a:ext uri="{FF2B5EF4-FFF2-40B4-BE49-F238E27FC236}">
                <a16:creationId xmlns:a16="http://schemas.microsoft.com/office/drawing/2014/main" id="{E6A172D2-453F-597B-EC85-67AD2155D779}"/>
              </a:ext>
            </a:extLst>
          </p:cNvPr>
          <p:cNvGrpSpPr>
            <a:grpSpLocks/>
          </p:cNvGrpSpPr>
          <p:nvPr/>
        </p:nvGrpSpPr>
        <p:grpSpPr bwMode="auto">
          <a:xfrm>
            <a:off x="3539412" y="4269138"/>
            <a:ext cx="4191000" cy="2065338"/>
            <a:chOff x="912" y="1514"/>
            <a:chExt cx="2640" cy="1301"/>
          </a:xfrm>
        </p:grpSpPr>
        <p:sp>
          <p:nvSpPr>
            <p:cNvPr id="208929" name="Text Box 1057">
              <a:extLst>
                <a:ext uri="{FF2B5EF4-FFF2-40B4-BE49-F238E27FC236}">
                  <a16:creationId xmlns:a16="http://schemas.microsoft.com/office/drawing/2014/main" id="{5AD5896A-B235-8FFB-64C4-5996C9D2EFC3}"/>
                </a:ext>
              </a:extLst>
            </p:cNvPr>
            <p:cNvSpPr txBox="1">
              <a:spLocks noChangeArrowheads="1"/>
            </p:cNvSpPr>
            <p:nvPr/>
          </p:nvSpPr>
          <p:spPr bwMode="auto">
            <a:xfrm>
              <a:off x="1872" y="1776"/>
              <a:ext cx="1680" cy="1039"/>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Keyword </a:t>
              </a:r>
              <a:r>
                <a:rPr lang="en-US" altLang="en-PK">
                  <a:latin typeface="Courier New" panose="02070309020205020404" pitchFamily="49" charset="0"/>
                </a:rPr>
                <a:t>return</a:t>
              </a:r>
              <a:r>
                <a:rPr lang="en-US" altLang="en-PK">
                  <a:latin typeface="Times New Roman" panose="02020603050405020304" pitchFamily="18" charset="0"/>
                </a:rPr>
                <a:t> is one of several means to exit function; value </a:t>
              </a:r>
              <a:r>
                <a:rPr lang="en-US" altLang="en-PK">
                  <a:latin typeface="Courier New" panose="02070309020205020404" pitchFamily="49" charset="0"/>
                </a:rPr>
                <a:t>0</a:t>
              </a:r>
              <a:r>
                <a:rPr lang="en-US" altLang="en-PK">
                  <a:latin typeface="Times New Roman" panose="02020603050405020304" pitchFamily="18" charset="0"/>
                </a:rPr>
                <a:t> indicates program terminated successfully.</a:t>
              </a:r>
            </a:p>
          </p:txBody>
        </p:sp>
        <p:sp>
          <p:nvSpPr>
            <p:cNvPr id="208930" name="Line 1058">
              <a:extLst>
                <a:ext uri="{FF2B5EF4-FFF2-40B4-BE49-F238E27FC236}">
                  <a16:creationId xmlns:a16="http://schemas.microsoft.com/office/drawing/2014/main" id="{D30B92AB-8FE1-0F9F-58D6-2D0424570A23}"/>
                </a:ext>
              </a:extLst>
            </p:cNvPr>
            <p:cNvSpPr>
              <a:spLocks noChangeShapeType="1"/>
            </p:cNvSpPr>
            <p:nvPr/>
          </p:nvSpPr>
          <p:spPr bwMode="auto">
            <a:xfrm flipH="1" flipV="1">
              <a:off x="912" y="1514"/>
              <a:ext cx="960" cy="3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sp>
        <p:nvSpPr>
          <p:cNvPr id="5" name="Rectangle 1026">
            <a:extLst>
              <a:ext uri="{FF2B5EF4-FFF2-40B4-BE49-F238E27FC236}">
                <a16:creationId xmlns:a16="http://schemas.microsoft.com/office/drawing/2014/main" id="{F5C45A80-5D06-EF56-4550-D54BBB7CED4C}"/>
              </a:ext>
            </a:extLst>
          </p:cNvPr>
          <p:cNvSpPr txBox="1">
            <a:spLocks noChangeArrowheads="1"/>
          </p:cNvSpPr>
          <p:nvPr/>
        </p:nvSpPr>
        <p:spPr>
          <a:xfrm>
            <a:off x="300912" y="-226659"/>
            <a:ext cx="10515600" cy="1325563"/>
          </a:xfrm>
          <a:prstGeom prst="rect">
            <a:avLst/>
          </a:prstGeom>
        </p:spPr>
        <p:txBody>
          <a:bodyPr vert="horz" lIns="91440" tIns="45720" rIns="91440" bIns="45720" rtlCol="0" anchor="b">
            <a:normAutofit fontScale="92500"/>
          </a:bodyPr>
          <a:lstStyle>
            <a:lvl1pPr algn="ctr" defTabSz="822077" rtl="0" eaLnBrk="1" latinLnBrk="0" hangingPunct="1">
              <a:lnSpc>
                <a:spcPct val="90000"/>
              </a:lnSpc>
              <a:spcBef>
                <a:spcPct val="0"/>
              </a:spcBef>
              <a:buNone/>
              <a:defRPr sz="5394" kern="1200">
                <a:solidFill>
                  <a:schemeClr val="tx1"/>
                </a:solidFill>
                <a:latin typeface="+mj-lt"/>
                <a:ea typeface="+mj-ea"/>
                <a:cs typeface="+mj-cs"/>
              </a:defRPr>
            </a:lvl1pPr>
          </a:lstStyle>
          <a:p>
            <a:r>
              <a:rPr lang="en-US" altLang="en-PK" dirty="0">
                <a:solidFill>
                  <a:schemeClr val="bg1"/>
                </a:solidFill>
              </a:rPr>
              <a:t>A Simple Program: Printing a Line of Text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8904"/>
                                        </p:tgtEl>
                                        <p:attrNameLst>
                                          <p:attrName>style.visibility</p:attrName>
                                        </p:attrNameLst>
                                      </p:cBhvr>
                                      <p:to>
                                        <p:strVal val="visible"/>
                                      </p:to>
                                    </p:set>
                                  </p:childTnLst>
                                  <p:subTnLst>
                                    <p:set>
                                      <p:cBhvr override="childStyle">
                                        <p:cTn dur="1" fill="hold" display="0" masterRel="nextClick" afterEffect="1"/>
                                        <p:tgtEl>
                                          <p:spTgt spid="208904"/>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8907"/>
                                        </p:tgtEl>
                                        <p:attrNameLst>
                                          <p:attrName>style.visibility</p:attrName>
                                        </p:attrNameLst>
                                      </p:cBhvr>
                                      <p:to>
                                        <p:strVal val="visible"/>
                                      </p:to>
                                    </p:set>
                                  </p:childTnLst>
                                  <p:subTnLst>
                                    <p:set>
                                      <p:cBhvr override="childStyle">
                                        <p:cTn dur="1" fill="hold" display="0" masterRel="nextClick" afterEffect="1"/>
                                        <p:tgtEl>
                                          <p:spTgt spid="20890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08910"/>
                                        </p:tgtEl>
                                        <p:attrNameLst>
                                          <p:attrName>style.visibility</p:attrName>
                                        </p:attrNameLst>
                                      </p:cBhvr>
                                      <p:to>
                                        <p:strVal val="visible"/>
                                      </p:to>
                                    </p:set>
                                  </p:childTnLst>
                                  <p:subTnLst>
                                    <p:set>
                                      <p:cBhvr override="childStyle">
                                        <p:cTn dur="1" fill="hold" display="0" masterRel="nextClick" afterEffect="1"/>
                                        <p:tgtEl>
                                          <p:spTgt spid="208910"/>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8913"/>
                                        </p:tgtEl>
                                        <p:attrNameLst>
                                          <p:attrName>style.visibility</p:attrName>
                                        </p:attrNameLst>
                                      </p:cBhvr>
                                      <p:to>
                                        <p:strVal val="visible"/>
                                      </p:to>
                                    </p:set>
                                  </p:childTnLst>
                                  <p:subTnLst>
                                    <p:set>
                                      <p:cBhvr override="childStyle">
                                        <p:cTn dur="1" fill="hold" display="0" masterRel="nextClick" afterEffect="1"/>
                                        <p:tgtEl>
                                          <p:spTgt spid="208913"/>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8916"/>
                                        </p:tgtEl>
                                        <p:attrNameLst>
                                          <p:attrName>style.visibility</p:attrName>
                                        </p:attrNameLst>
                                      </p:cBhvr>
                                      <p:to>
                                        <p:strVal val="visible"/>
                                      </p:to>
                                    </p:set>
                                  </p:childTnLst>
                                  <p:subTnLst>
                                    <p:set>
                                      <p:cBhvr override="childStyle">
                                        <p:cTn dur="1" fill="hold" display="0" masterRel="nextClick" afterEffect="1"/>
                                        <p:tgtEl>
                                          <p:spTgt spid="208916"/>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08919"/>
                                        </p:tgtEl>
                                        <p:attrNameLst>
                                          <p:attrName>style.visibility</p:attrName>
                                        </p:attrNameLst>
                                      </p:cBhvr>
                                      <p:to>
                                        <p:strVal val="visible"/>
                                      </p:to>
                                    </p:set>
                                  </p:childTnLst>
                                  <p:subTnLst>
                                    <p:set>
                                      <p:cBhvr override="childStyle">
                                        <p:cTn dur="1" fill="hold" display="0" masterRel="nextClick" afterEffect="1"/>
                                        <p:tgtEl>
                                          <p:spTgt spid="208919"/>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08922"/>
                                        </p:tgtEl>
                                        <p:attrNameLst>
                                          <p:attrName>style.visibility</p:attrName>
                                        </p:attrNameLst>
                                      </p:cBhvr>
                                      <p:to>
                                        <p:strVal val="visible"/>
                                      </p:to>
                                    </p:set>
                                  </p:childTnLst>
                                  <p:subTnLst>
                                    <p:set>
                                      <p:cBhvr override="childStyle">
                                        <p:cTn dur="1" fill="hold" display="0" masterRel="nextClick" afterEffect="1"/>
                                        <p:tgtEl>
                                          <p:spTgt spid="208922"/>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08925"/>
                                        </p:tgtEl>
                                        <p:attrNameLst>
                                          <p:attrName>style.visibility</p:attrName>
                                        </p:attrNameLst>
                                      </p:cBhvr>
                                      <p:to>
                                        <p:strVal val="visible"/>
                                      </p:to>
                                    </p:set>
                                  </p:childTnLst>
                                  <p:subTnLst>
                                    <p:set>
                                      <p:cBhvr override="childStyle">
                                        <p:cTn dur="1" fill="hold" display="0" masterRel="nextClick" afterEffect="1"/>
                                        <p:tgtEl>
                                          <p:spTgt spid="208925"/>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08928"/>
                                        </p:tgtEl>
                                        <p:attrNameLst>
                                          <p:attrName>style.visibility</p:attrName>
                                        </p:attrNameLst>
                                      </p:cBhvr>
                                      <p:to>
                                        <p:strVal val="visible"/>
                                      </p:to>
                                    </p:set>
                                  </p:childTnLst>
                                  <p:subTnLst>
                                    <p:set>
                                      <p:cBhvr override="childStyle">
                                        <p:cTn dur="1" fill="hold" display="0" masterRel="nextClick" afterEffect="1"/>
                                        <p:tgtEl>
                                          <p:spTgt spid="208928"/>
                                        </p:tgtEl>
                                        <p:attrNameLst>
                                          <p:attrName>style.visibility</p:attrName>
                                        </p:attrNameLst>
                                      </p:cBhvr>
                                      <p:to>
                                        <p:strVal val="hidden"/>
                                      </p:to>
                                    </p:set>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208931"/>
                                        </p:tgtEl>
                                        <p:attrNameLst>
                                          <p:attrName>style.visibility</p:attrName>
                                        </p:attrNameLst>
                                      </p:cBhvr>
                                      <p:to>
                                        <p:strVal val="visible"/>
                                      </p:to>
                                    </p:set>
                                  </p:childTnLst>
                                  <p:subTnLst>
                                    <p:set>
                                      <p:cBhvr override="childStyle">
                                        <p:cTn dur="1" fill="hold" display="0" masterRel="nextClick" afterEffect="1"/>
                                        <p:tgtEl>
                                          <p:spTgt spid="2089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a:extLst>
              <a:ext uri="{FF2B5EF4-FFF2-40B4-BE49-F238E27FC236}">
                <a16:creationId xmlns:a16="http://schemas.microsoft.com/office/drawing/2014/main" id="{1967F19B-4648-4973-A8BE-55C9AC792CBC}"/>
              </a:ext>
            </a:extLst>
          </p:cNvPr>
          <p:cNvSpPr>
            <a:spLocks noGrp="1" noChangeArrowheads="1"/>
          </p:cNvSpPr>
          <p:nvPr>
            <p:ph type="body" idx="1"/>
          </p:nvPr>
        </p:nvSpPr>
        <p:spPr/>
        <p:txBody>
          <a:bodyPr>
            <a:normAutofit lnSpcReduction="10000"/>
          </a:bodyPr>
          <a:lstStyle/>
          <a:p>
            <a:pPr>
              <a:lnSpc>
                <a:spcPct val="90000"/>
              </a:lnSpc>
            </a:pPr>
            <a:r>
              <a:rPr lang="en-US" altLang="en-PK" dirty="0"/>
              <a:t>Standard output stream object</a:t>
            </a:r>
            <a:endParaRPr lang="en-US" altLang="en-PK" sz="2400" b="1" dirty="0">
              <a:latin typeface="Courier New" panose="02070309020205020404" pitchFamily="49" charset="0"/>
            </a:endParaRPr>
          </a:p>
          <a:p>
            <a:pPr lvl="1">
              <a:lnSpc>
                <a:spcPct val="90000"/>
              </a:lnSpc>
            </a:pPr>
            <a:r>
              <a:rPr lang="en-US" altLang="en-PK" b="1" dirty="0">
                <a:latin typeface="Courier New" panose="02070309020205020404" pitchFamily="49" charset="0"/>
              </a:rPr>
              <a:t>std::</a:t>
            </a:r>
            <a:r>
              <a:rPr lang="en-US" altLang="en-PK" b="1" dirty="0" err="1">
                <a:latin typeface="Courier New" panose="02070309020205020404" pitchFamily="49" charset="0"/>
              </a:rPr>
              <a:t>cout</a:t>
            </a:r>
            <a:endParaRPr lang="en-US" altLang="en-PK" b="1" dirty="0">
              <a:latin typeface="Courier New" panose="02070309020205020404" pitchFamily="49" charset="0"/>
            </a:endParaRPr>
          </a:p>
          <a:p>
            <a:pPr lvl="1">
              <a:lnSpc>
                <a:spcPct val="90000"/>
              </a:lnSpc>
            </a:pPr>
            <a:r>
              <a:rPr lang="en-US" altLang="en-PK" dirty="0"/>
              <a:t>“Connected” to screen</a:t>
            </a:r>
          </a:p>
          <a:p>
            <a:pPr lvl="1">
              <a:lnSpc>
                <a:spcPct val="90000"/>
              </a:lnSpc>
            </a:pPr>
            <a:r>
              <a:rPr lang="en-US" altLang="en-PK" b="1" dirty="0">
                <a:latin typeface="Courier New" panose="02070309020205020404" pitchFamily="49" charset="0"/>
              </a:rPr>
              <a:t>&lt;&lt; </a:t>
            </a:r>
          </a:p>
          <a:p>
            <a:pPr lvl="2">
              <a:lnSpc>
                <a:spcPct val="90000"/>
              </a:lnSpc>
            </a:pPr>
            <a:r>
              <a:rPr lang="en-US" altLang="en-PK" dirty="0"/>
              <a:t>Stream insertion operator </a:t>
            </a:r>
          </a:p>
          <a:p>
            <a:pPr lvl="2">
              <a:lnSpc>
                <a:spcPct val="90000"/>
              </a:lnSpc>
            </a:pPr>
            <a:r>
              <a:rPr lang="en-US" altLang="en-PK" dirty="0"/>
              <a:t>Value to right (right operand) inserted into output stream </a:t>
            </a:r>
          </a:p>
          <a:p>
            <a:pPr>
              <a:lnSpc>
                <a:spcPct val="90000"/>
              </a:lnSpc>
            </a:pPr>
            <a:r>
              <a:rPr lang="en-US" altLang="en-PK" dirty="0"/>
              <a:t>Namespace</a:t>
            </a:r>
          </a:p>
          <a:p>
            <a:pPr lvl="1">
              <a:lnSpc>
                <a:spcPct val="90000"/>
              </a:lnSpc>
            </a:pPr>
            <a:r>
              <a:rPr lang="en-US" altLang="en-PK" b="1" dirty="0">
                <a:latin typeface="Courier New" panose="02070309020205020404" pitchFamily="49" charset="0"/>
              </a:rPr>
              <a:t>std::</a:t>
            </a:r>
            <a:r>
              <a:rPr lang="en-US" altLang="en-PK" dirty="0"/>
              <a:t> specifies using name that belongs to “namespace” </a:t>
            </a:r>
            <a:r>
              <a:rPr lang="en-US" altLang="en-PK" b="1" dirty="0">
                <a:latin typeface="Courier New" panose="02070309020205020404" pitchFamily="49" charset="0"/>
              </a:rPr>
              <a:t>std</a:t>
            </a:r>
            <a:endParaRPr lang="en-US" altLang="en-PK" dirty="0"/>
          </a:p>
          <a:p>
            <a:pPr lvl="1">
              <a:lnSpc>
                <a:spcPct val="90000"/>
              </a:lnSpc>
            </a:pPr>
            <a:r>
              <a:rPr lang="en-US" altLang="en-PK" b="1" dirty="0">
                <a:latin typeface="Courier New" panose="02070309020205020404" pitchFamily="49" charset="0"/>
              </a:rPr>
              <a:t>std::</a:t>
            </a:r>
            <a:r>
              <a:rPr lang="en-US" altLang="en-PK" dirty="0"/>
              <a:t> removed through use of </a:t>
            </a:r>
            <a:r>
              <a:rPr lang="en-US" altLang="en-PK" b="1" dirty="0">
                <a:latin typeface="Courier New" panose="02070309020205020404" pitchFamily="49" charset="0"/>
              </a:rPr>
              <a:t>using</a:t>
            </a:r>
            <a:r>
              <a:rPr lang="en-US" altLang="en-PK" dirty="0"/>
              <a:t> statements</a:t>
            </a:r>
          </a:p>
          <a:p>
            <a:pPr>
              <a:lnSpc>
                <a:spcPct val="90000"/>
              </a:lnSpc>
            </a:pPr>
            <a:r>
              <a:rPr lang="en-US" altLang="en-PK" dirty="0"/>
              <a:t>Escape characters</a:t>
            </a:r>
            <a:endParaRPr lang="en-US" altLang="en-PK" b="1" dirty="0">
              <a:latin typeface="Courier New" panose="02070309020205020404" pitchFamily="49" charset="0"/>
            </a:endParaRPr>
          </a:p>
          <a:p>
            <a:pPr lvl="1">
              <a:lnSpc>
                <a:spcPct val="90000"/>
              </a:lnSpc>
            </a:pPr>
            <a:r>
              <a:rPr lang="en-US" altLang="en-PK" b="1" dirty="0">
                <a:latin typeface="Courier New" panose="02070309020205020404" pitchFamily="49" charset="0"/>
              </a:rPr>
              <a:t>\</a:t>
            </a:r>
          </a:p>
          <a:p>
            <a:pPr lvl="1">
              <a:lnSpc>
                <a:spcPct val="90000"/>
              </a:lnSpc>
            </a:pPr>
            <a:r>
              <a:rPr lang="en-US" altLang="en-PK" dirty="0"/>
              <a:t>Indicates “special” character output </a:t>
            </a:r>
          </a:p>
        </p:txBody>
      </p:sp>
      <p:sp>
        <p:nvSpPr>
          <p:cNvPr id="5" name="Rectangle 1026">
            <a:extLst>
              <a:ext uri="{FF2B5EF4-FFF2-40B4-BE49-F238E27FC236}">
                <a16:creationId xmlns:a16="http://schemas.microsoft.com/office/drawing/2014/main" id="{10638367-AAD1-6040-8F93-64288F0C28F8}"/>
              </a:ext>
            </a:extLst>
          </p:cNvPr>
          <p:cNvSpPr>
            <a:spLocks noGrp="1" noChangeArrowheads="1"/>
          </p:cNvSpPr>
          <p:nvPr>
            <p:ph type="title"/>
          </p:nvPr>
        </p:nvSpPr>
        <p:spPr>
          <a:xfrm>
            <a:off x="371670" y="0"/>
            <a:ext cx="10515600" cy="1325563"/>
          </a:xfrm>
        </p:spPr>
        <p:txBody>
          <a:bodyPr/>
          <a:lstStyle/>
          <a:p>
            <a:r>
              <a:rPr lang="en-US" altLang="en-PK" dirty="0">
                <a:solidFill>
                  <a:schemeClr val="bg1"/>
                </a:solidFill>
              </a:rPr>
              <a:t>A Simple Program: Printing a Line of Text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Rectangle 3">
            <a:extLst>
              <a:ext uri="{FF2B5EF4-FFF2-40B4-BE49-F238E27FC236}">
                <a16:creationId xmlns:a16="http://schemas.microsoft.com/office/drawing/2014/main" id="{85C2D9A9-8B9D-A46D-C748-FE793FFFD14F}"/>
              </a:ext>
            </a:extLst>
          </p:cNvPr>
          <p:cNvSpPr>
            <a:spLocks noGrp="1" noChangeArrowheads="1"/>
          </p:cNvSpPr>
          <p:nvPr>
            <p:ph type="body" idx="1"/>
          </p:nvPr>
        </p:nvSpPr>
        <p:spPr/>
        <p:txBody>
          <a:bodyPr/>
          <a:lstStyle/>
          <a:p>
            <a:endParaRPr lang="en-US" altLang="en-PK"/>
          </a:p>
          <a:p>
            <a:endParaRPr lang="en-US" altLang="en-PK"/>
          </a:p>
          <a:p>
            <a:endParaRPr lang="en-US" altLang="en-PK"/>
          </a:p>
          <a:p>
            <a:pPr>
              <a:buFontTx/>
              <a:buNone/>
            </a:pPr>
            <a:endParaRPr lang="en-US" altLang="en-PK"/>
          </a:p>
        </p:txBody>
      </p:sp>
      <p:graphicFrame>
        <p:nvGraphicFramePr>
          <p:cNvPr id="190468" name="Object 4">
            <a:extLst>
              <a:ext uri="{FF2B5EF4-FFF2-40B4-BE49-F238E27FC236}">
                <a16:creationId xmlns:a16="http://schemas.microsoft.com/office/drawing/2014/main" id="{C0503611-FF34-665A-4915-10F71E64924D}"/>
              </a:ext>
            </a:extLst>
          </p:cNvPr>
          <p:cNvGraphicFramePr>
            <a:graphicFrameLocks noChangeAspect="1"/>
          </p:cNvGraphicFramePr>
          <p:nvPr/>
        </p:nvGraphicFramePr>
        <p:xfrm>
          <a:off x="2587626" y="1879600"/>
          <a:ext cx="7089775" cy="4749800"/>
        </p:xfrm>
        <a:graphic>
          <a:graphicData uri="http://schemas.openxmlformats.org/presentationml/2006/ole">
            <mc:AlternateContent xmlns:mc="http://schemas.openxmlformats.org/markup-compatibility/2006">
              <mc:Choice xmlns:v="urn:schemas-microsoft-com:vml" Requires="v">
                <p:oleObj name="Document" r:id="rId2" imgW="5950080" imgH="3981600" progId="Word.Document.8">
                  <p:embed/>
                </p:oleObj>
              </mc:Choice>
              <mc:Fallback>
                <p:oleObj name="Document" r:id="rId2" imgW="5950080" imgH="3981600" progId="Word.Document.8">
                  <p:embed/>
                  <p:pic>
                    <p:nvPicPr>
                      <p:cNvPr id="190468" name="Object 4">
                        <a:extLst>
                          <a:ext uri="{FF2B5EF4-FFF2-40B4-BE49-F238E27FC236}">
                            <a16:creationId xmlns:a16="http://schemas.microsoft.com/office/drawing/2014/main" id="{C0503611-FF34-665A-4915-10F71E649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26" y="1879600"/>
                        <a:ext cx="7089775" cy="474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1026">
            <a:extLst>
              <a:ext uri="{FF2B5EF4-FFF2-40B4-BE49-F238E27FC236}">
                <a16:creationId xmlns:a16="http://schemas.microsoft.com/office/drawing/2014/main" id="{171A0F87-9006-A419-D62C-58E31D56C7A9}"/>
              </a:ext>
            </a:extLst>
          </p:cNvPr>
          <p:cNvSpPr>
            <a:spLocks noGrp="1" noChangeArrowheads="1"/>
          </p:cNvSpPr>
          <p:nvPr>
            <p:ph type="title"/>
          </p:nvPr>
        </p:nvSpPr>
        <p:spPr>
          <a:xfrm>
            <a:off x="371670" y="0"/>
            <a:ext cx="10515600" cy="1325563"/>
          </a:xfrm>
        </p:spPr>
        <p:txBody>
          <a:bodyPr/>
          <a:lstStyle/>
          <a:p>
            <a:r>
              <a:rPr lang="en-US" altLang="en-PK" dirty="0">
                <a:solidFill>
                  <a:schemeClr val="bg1"/>
                </a:solidFill>
              </a:rPr>
              <a:t>A Simple Program: Printing a Line of Text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3">
            <a:extLst>
              <a:ext uri="{FF2B5EF4-FFF2-40B4-BE49-F238E27FC236}">
                <a16:creationId xmlns:a16="http://schemas.microsoft.com/office/drawing/2014/main" id="{6870E7A4-A78C-BC98-3057-E8318C69BC05}"/>
              </a:ext>
            </a:extLst>
          </p:cNvPr>
          <p:cNvSpPr>
            <a:spLocks noGrp="1" noChangeArrowheads="1"/>
          </p:cNvSpPr>
          <p:nvPr>
            <p:ph type="subTitle" idx="1"/>
          </p:nvPr>
        </p:nvSpPr>
        <p:spPr>
          <a:xfrm>
            <a:off x="1337388" y="1390261"/>
            <a:ext cx="7312089" cy="4066595"/>
          </a:xfrm>
        </p:spPr>
        <p:txBody>
          <a:bodyPr>
            <a:normAutofit fontScale="47500" lnSpcReduction="20000"/>
          </a:bodyPr>
          <a:lstStyle/>
          <a:p>
            <a:pPr algn="l"/>
            <a:r>
              <a:rPr lang="en-US" altLang="en-PK" sz="3400" dirty="0">
                <a:solidFill>
                  <a:srgbClr val="5F5F5F"/>
                </a:solidFill>
                <a:latin typeface="AvantGarde" pitchFamily="34" charset="0"/>
                <a:cs typeface="Times New Roman" panose="02020603050405020304" pitchFamily="18" charset="0"/>
              </a:rPr>
              <a:t>1      </a:t>
            </a:r>
            <a:r>
              <a:rPr lang="en-US" altLang="en-PK" sz="3400" dirty="0">
                <a:solidFill>
                  <a:srgbClr val="008000"/>
                </a:solidFill>
                <a:cs typeface="Courier New" panose="02070309020205020404" pitchFamily="49" charset="0"/>
              </a:rPr>
              <a:t>// FirstProgram.cpp</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2      </a:t>
            </a:r>
            <a:r>
              <a:rPr lang="en-US" altLang="en-PK" sz="3400" dirty="0">
                <a:solidFill>
                  <a:srgbClr val="008000"/>
                </a:solidFill>
                <a:cs typeface="Courier New" panose="02070309020205020404" pitchFamily="49" charset="0"/>
              </a:rPr>
              <a:t>// Printing a line with multiple statements.</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3      </a:t>
            </a:r>
            <a:r>
              <a:rPr lang="en-US" altLang="en-PK" sz="3400" dirty="0">
                <a:solidFill>
                  <a:srgbClr val="0000FF"/>
                </a:solidFill>
                <a:cs typeface="Courier New" panose="02070309020205020404" pitchFamily="49" charset="0"/>
              </a:rPr>
              <a:t>#include</a:t>
            </a:r>
            <a:r>
              <a:rPr lang="en-US" altLang="en-PK" sz="3400" dirty="0">
                <a:solidFill>
                  <a:srgbClr val="000000"/>
                </a:solidFill>
                <a:cs typeface="Courier New" panose="02070309020205020404" pitchFamily="49" charset="0"/>
              </a:rPr>
              <a:t> &lt;iostream&gt;</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4      </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5      </a:t>
            </a:r>
            <a:r>
              <a:rPr lang="en-US" altLang="en-PK" sz="3400" dirty="0">
                <a:solidFill>
                  <a:srgbClr val="008000"/>
                </a:solidFill>
                <a:cs typeface="Courier New" panose="02070309020205020404" pitchFamily="49" charset="0"/>
              </a:rPr>
              <a:t>// function main begins program execution</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6      </a:t>
            </a:r>
            <a:r>
              <a:rPr lang="en-US" altLang="en-PK" sz="3400" dirty="0">
                <a:solidFill>
                  <a:srgbClr val="0000FF"/>
                </a:solidFill>
                <a:cs typeface="Courier New" panose="02070309020205020404" pitchFamily="49" charset="0"/>
              </a:rPr>
              <a:t>int</a:t>
            </a:r>
            <a:r>
              <a:rPr lang="en-US" altLang="en-PK" sz="3400" dirty="0">
                <a:solidFill>
                  <a:srgbClr val="000000"/>
                </a:solidFill>
                <a:cs typeface="Courier New" panose="02070309020205020404" pitchFamily="49" charset="0"/>
              </a:rPr>
              <a:t> main()</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7      </a:t>
            </a:r>
            <a:r>
              <a:rPr lang="en-US" altLang="en-PK" sz="3400" dirty="0">
                <a:solidFill>
                  <a:srgbClr val="000000"/>
                </a:solidFill>
                <a:cs typeface="Courier New" panose="02070309020205020404" pitchFamily="49" charset="0"/>
              </a:rPr>
              <a:t>{</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8      </a:t>
            </a:r>
            <a:r>
              <a:rPr lang="en-US" altLang="en-PK" sz="3400" dirty="0">
                <a:solidFill>
                  <a:srgbClr val="000000"/>
                </a:solidFill>
                <a:cs typeface="Courier New" panose="02070309020205020404" pitchFamily="49" charset="0"/>
              </a:rPr>
              <a:t>   std::</a:t>
            </a:r>
            <a:r>
              <a:rPr lang="en-US" altLang="en-PK" sz="3400" dirty="0" err="1">
                <a:solidFill>
                  <a:srgbClr val="000000"/>
                </a:solidFill>
                <a:cs typeface="Courier New" panose="02070309020205020404" pitchFamily="49" charset="0"/>
              </a:rPr>
              <a:t>cout</a:t>
            </a:r>
            <a:r>
              <a:rPr lang="en-US" altLang="en-PK" sz="3400" dirty="0">
                <a:solidFill>
                  <a:srgbClr val="000000"/>
                </a:solidFill>
                <a:cs typeface="Courier New" panose="02070309020205020404" pitchFamily="49" charset="0"/>
              </a:rPr>
              <a:t> &lt;&lt; </a:t>
            </a:r>
            <a:r>
              <a:rPr lang="en-US" altLang="en-PK" sz="3400" dirty="0">
                <a:solidFill>
                  <a:srgbClr val="0099FF"/>
                </a:solidFill>
                <a:cs typeface="Courier New" panose="02070309020205020404" pitchFamily="49" charset="0"/>
              </a:rPr>
              <a:t>"Welcome "</a:t>
            </a:r>
            <a:r>
              <a:rPr lang="en-US" altLang="en-PK" sz="3400" dirty="0">
                <a:solidFill>
                  <a:srgbClr val="000000"/>
                </a:solidFill>
                <a:cs typeface="Courier New" panose="02070309020205020404" pitchFamily="49" charset="0"/>
              </a:rPr>
              <a:t>; </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9      </a:t>
            </a:r>
            <a:r>
              <a:rPr lang="en-US" altLang="en-PK" sz="3400" dirty="0">
                <a:solidFill>
                  <a:srgbClr val="000000"/>
                </a:solidFill>
                <a:cs typeface="Courier New" panose="02070309020205020404" pitchFamily="49" charset="0"/>
              </a:rPr>
              <a:t>   std::</a:t>
            </a:r>
            <a:r>
              <a:rPr lang="en-US" altLang="en-PK" sz="3400" dirty="0" err="1">
                <a:solidFill>
                  <a:srgbClr val="000000"/>
                </a:solidFill>
                <a:cs typeface="Courier New" panose="02070309020205020404" pitchFamily="49" charset="0"/>
              </a:rPr>
              <a:t>cout</a:t>
            </a:r>
            <a:r>
              <a:rPr lang="en-US" altLang="en-PK" sz="3400" dirty="0">
                <a:solidFill>
                  <a:srgbClr val="000000"/>
                </a:solidFill>
                <a:cs typeface="Courier New" panose="02070309020205020404" pitchFamily="49" charset="0"/>
              </a:rPr>
              <a:t> &lt;&lt; </a:t>
            </a:r>
            <a:r>
              <a:rPr lang="en-US" altLang="en-PK" sz="3400" dirty="0">
                <a:solidFill>
                  <a:srgbClr val="0099FF"/>
                </a:solidFill>
                <a:cs typeface="Courier New" panose="02070309020205020404" pitchFamily="49" charset="0"/>
              </a:rPr>
              <a:t>"to C++!\n"</a:t>
            </a:r>
            <a:r>
              <a:rPr lang="en-US" altLang="en-PK" sz="3400" dirty="0">
                <a:solidFill>
                  <a:srgbClr val="000000"/>
                </a:solidFill>
                <a:cs typeface="Courier New" panose="02070309020205020404" pitchFamily="49" charset="0"/>
              </a:rPr>
              <a:t>;</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10    </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11    </a:t>
            </a:r>
            <a:r>
              <a:rPr lang="en-US" altLang="en-PK" sz="3400" dirty="0">
                <a:solidFill>
                  <a:srgbClr val="000000"/>
                </a:solidFill>
                <a:cs typeface="Courier New" panose="02070309020205020404" pitchFamily="49" charset="0"/>
              </a:rPr>
              <a:t>   </a:t>
            </a:r>
            <a:r>
              <a:rPr lang="en-US" altLang="en-PK" sz="3400" dirty="0">
                <a:solidFill>
                  <a:srgbClr val="0000FF"/>
                </a:solidFill>
                <a:cs typeface="Courier New" panose="02070309020205020404" pitchFamily="49" charset="0"/>
              </a:rPr>
              <a:t>return</a:t>
            </a:r>
            <a:r>
              <a:rPr lang="en-US" altLang="en-PK" sz="3400" dirty="0">
                <a:solidFill>
                  <a:srgbClr val="000000"/>
                </a:solidFill>
                <a:cs typeface="Courier New" panose="02070309020205020404" pitchFamily="49" charset="0"/>
              </a:rPr>
              <a:t> </a:t>
            </a:r>
            <a:r>
              <a:rPr lang="en-US" altLang="en-PK" sz="3400" dirty="0">
                <a:solidFill>
                  <a:srgbClr val="0099FF"/>
                </a:solidFill>
                <a:cs typeface="Courier New" panose="02070309020205020404" pitchFamily="49" charset="0"/>
              </a:rPr>
              <a:t>0</a:t>
            </a:r>
            <a:r>
              <a:rPr lang="en-US" altLang="en-PK" sz="3400" dirty="0">
                <a:solidFill>
                  <a:srgbClr val="000000"/>
                </a:solidFill>
                <a:cs typeface="Courier New" panose="02070309020205020404" pitchFamily="49" charset="0"/>
              </a:rPr>
              <a:t>;   </a:t>
            </a:r>
            <a:r>
              <a:rPr lang="en-US" altLang="en-PK" sz="3400" dirty="0">
                <a:solidFill>
                  <a:srgbClr val="008000"/>
                </a:solidFill>
                <a:cs typeface="Courier New" panose="02070309020205020404" pitchFamily="49" charset="0"/>
              </a:rPr>
              <a:t>// indicate that program ended successfully</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12    </a:t>
            </a:r>
            <a:endParaRPr lang="en-US" altLang="en-PK" sz="3400" dirty="0">
              <a:solidFill>
                <a:srgbClr val="000000"/>
              </a:solidFill>
              <a:latin typeface="Courier" pitchFamily="49" charset="0"/>
              <a:cs typeface="Times New Roman" panose="02020603050405020304" pitchFamily="18" charset="0"/>
            </a:endParaRPr>
          </a:p>
          <a:p>
            <a:pPr algn="l"/>
            <a:r>
              <a:rPr lang="en-US" altLang="en-PK" sz="3400" dirty="0">
                <a:solidFill>
                  <a:srgbClr val="5F5F5F"/>
                </a:solidFill>
                <a:latin typeface="AvantGarde" pitchFamily="34" charset="0"/>
                <a:cs typeface="Times New Roman" panose="02020603050405020304" pitchFamily="18" charset="0"/>
              </a:rPr>
              <a:t>13    </a:t>
            </a:r>
            <a:r>
              <a:rPr lang="en-US" altLang="en-PK" sz="3400" dirty="0">
                <a:solidFill>
                  <a:srgbClr val="000000"/>
                </a:solidFill>
                <a:cs typeface="Courier New" panose="02070309020205020404" pitchFamily="49" charset="0"/>
              </a:rPr>
              <a:t>}</a:t>
            </a:r>
            <a:r>
              <a:rPr lang="en-US" altLang="en-PK" sz="3400" dirty="0">
                <a:solidFill>
                  <a:srgbClr val="008000"/>
                </a:solidFill>
                <a:cs typeface="Courier New" panose="02070309020205020404" pitchFamily="49" charset="0"/>
              </a:rPr>
              <a:t> // end function main</a:t>
            </a:r>
            <a:endParaRPr lang="en-US" altLang="en-PK" sz="3400" dirty="0">
              <a:solidFill>
                <a:srgbClr val="000000"/>
              </a:solidFill>
              <a:latin typeface="Courier" pitchFamily="49" charset="0"/>
              <a:cs typeface="Times New Roman" panose="02020603050405020304" pitchFamily="18" charset="0"/>
            </a:endParaRPr>
          </a:p>
          <a:p>
            <a:endParaRPr lang="en-US" altLang="en-PK" dirty="0"/>
          </a:p>
        </p:txBody>
      </p:sp>
      <p:sp>
        <p:nvSpPr>
          <p:cNvPr id="210948" name="Rectangle 4">
            <a:extLst>
              <a:ext uri="{FF2B5EF4-FFF2-40B4-BE49-F238E27FC236}">
                <a16:creationId xmlns:a16="http://schemas.microsoft.com/office/drawing/2014/main" id="{F373AC22-F33D-5149-76C3-16B5057C0CF9}"/>
              </a:ext>
            </a:extLst>
          </p:cNvPr>
          <p:cNvSpPr>
            <a:spLocks noChangeArrowheads="1"/>
          </p:cNvSpPr>
          <p:nvPr/>
        </p:nvSpPr>
        <p:spPr bwMode="auto">
          <a:xfrm>
            <a:off x="1337388" y="5473963"/>
            <a:ext cx="7010400" cy="5334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2880" bIns="182880"/>
          <a:lstStyle/>
          <a:p>
            <a:pPr algn="l">
              <a:spcBef>
                <a:spcPct val="20000"/>
              </a:spcBef>
            </a:pPr>
            <a:r>
              <a:rPr lang="en-US" altLang="en-PK" sz="1200">
                <a:latin typeface="Courier New" panose="02070309020205020404" pitchFamily="49" charset="0"/>
              </a:rPr>
              <a:t>Welcome to C++! </a:t>
            </a:r>
          </a:p>
        </p:txBody>
      </p:sp>
      <p:grpSp>
        <p:nvGrpSpPr>
          <p:cNvPr id="210952" name="Group 8">
            <a:extLst>
              <a:ext uri="{FF2B5EF4-FFF2-40B4-BE49-F238E27FC236}">
                <a16:creationId xmlns:a16="http://schemas.microsoft.com/office/drawing/2014/main" id="{EA054095-5E1C-512C-434A-D22014150756}"/>
              </a:ext>
            </a:extLst>
          </p:cNvPr>
          <p:cNvGrpSpPr>
            <a:grpSpLocks/>
          </p:cNvGrpSpPr>
          <p:nvPr/>
        </p:nvGrpSpPr>
        <p:grpSpPr bwMode="auto">
          <a:xfrm>
            <a:off x="4038600" y="2754426"/>
            <a:ext cx="4114800" cy="1338263"/>
            <a:chOff x="1872" y="624"/>
            <a:chExt cx="2592" cy="843"/>
          </a:xfrm>
        </p:grpSpPr>
        <p:sp>
          <p:nvSpPr>
            <p:cNvPr id="210949" name="Text Box 5">
              <a:extLst>
                <a:ext uri="{FF2B5EF4-FFF2-40B4-BE49-F238E27FC236}">
                  <a16:creationId xmlns:a16="http://schemas.microsoft.com/office/drawing/2014/main" id="{715D47EE-95EB-35D1-803F-C3EE8DB8C843}"/>
                </a:ext>
              </a:extLst>
            </p:cNvPr>
            <p:cNvSpPr txBox="1">
              <a:spLocks noChangeArrowheads="1"/>
            </p:cNvSpPr>
            <p:nvPr/>
          </p:nvSpPr>
          <p:spPr bwMode="auto">
            <a:xfrm>
              <a:off x="2784" y="624"/>
              <a:ext cx="1680" cy="843"/>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dirty="0">
                  <a:latin typeface="Times New Roman" panose="02020603050405020304" pitchFamily="18" charset="0"/>
                </a:rPr>
                <a:t>Multiple stream insertion statements produce one line of output.</a:t>
              </a:r>
            </a:p>
          </p:txBody>
        </p:sp>
        <p:sp>
          <p:nvSpPr>
            <p:cNvPr id="210950" name="Line 6">
              <a:extLst>
                <a:ext uri="{FF2B5EF4-FFF2-40B4-BE49-F238E27FC236}">
                  <a16:creationId xmlns:a16="http://schemas.microsoft.com/office/drawing/2014/main" id="{8F9F77C7-3050-FF22-A287-20ED11FE7918}"/>
                </a:ext>
              </a:extLst>
            </p:cNvPr>
            <p:cNvSpPr>
              <a:spLocks noChangeShapeType="1"/>
            </p:cNvSpPr>
            <p:nvPr/>
          </p:nvSpPr>
          <p:spPr bwMode="auto">
            <a:xfrm flipH="1">
              <a:off x="1872" y="720"/>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sp>
          <p:nvSpPr>
            <p:cNvPr id="210951" name="Line 7">
              <a:extLst>
                <a:ext uri="{FF2B5EF4-FFF2-40B4-BE49-F238E27FC236}">
                  <a16:creationId xmlns:a16="http://schemas.microsoft.com/office/drawing/2014/main" id="{150B914E-A6CE-F655-F190-210765CED79C}"/>
                </a:ext>
              </a:extLst>
            </p:cNvPr>
            <p:cNvSpPr>
              <a:spLocks noChangeShapeType="1"/>
            </p:cNvSpPr>
            <p:nvPr/>
          </p:nvSpPr>
          <p:spPr bwMode="auto">
            <a:xfrm flipH="1">
              <a:off x="1968" y="720"/>
              <a:ext cx="816"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0952"/>
                                        </p:tgtEl>
                                        <p:attrNameLst>
                                          <p:attrName>style.visibility</p:attrName>
                                        </p:attrNameLst>
                                      </p:cBhvr>
                                      <p:to>
                                        <p:strVal val="visible"/>
                                      </p:to>
                                    </p:set>
                                  </p:childTnLst>
                                  <p:subTnLst>
                                    <p:set>
                                      <p:cBhvr override="childStyle">
                                        <p:cTn dur="1" fill="hold" display="0" masterRel="nextClick" afterEffect="1"/>
                                        <p:tgtEl>
                                          <p:spTgt spid="2109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a:extLst>
              <a:ext uri="{FF2B5EF4-FFF2-40B4-BE49-F238E27FC236}">
                <a16:creationId xmlns:a16="http://schemas.microsoft.com/office/drawing/2014/main" id="{816B1296-3A6F-7281-7E2E-173C4F5CAEEB}"/>
              </a:ext>
            </a:extLst>
          </p:cNvPr>
          <p:cNvSpPr>
            <a:spLocks noGrp="1" noChangeArrowheads="1"/>
          </p:cNvSpPr>
          <p:nvPr>
            <p:ph type="subTitle" idx="1"/>
          </p:nvPr>
        </p:nvSpPr>
        <p:spPr>
          <a:xfrm>
            <a:off x="373224" y="1231641"/>
            <a:ext cx="8151845" cy="3278157"/>
          </a:xfrm>
        </p:spPr>
        <p:txBody>
          <a:bodyPr>
            <a:noAutofit/>
          </a:bodyPr>
          <a:lstStyle/>
          <a:p>
            <a:pPr algn="l"/>
            <a:r>
              <a:rPr lang="en-US" altLang="en-PK" sz="1600" dirty="0">
                <a:solidFill>
                  <a:srgbClr val="5F5F5F"/>
                </a:solidFill>
                <a:latin typeface="AvantGarde" pitchFamily="34" charset="0"/>
                <a:cs typeface="Times New Roman" panose="02020603050405020304" pitchFamily="18" charset="0"/>
              </a:rPr>
              <a:t>1      </a:t>
            </a:r>
            <a:r>
              <a:rPr lang="en-US" altLang="en-PK" sz="1600" dirty="0">
                <a:solidFill>
                  <a:srgbClr val="008000"/>
                </a:solidFill>
                <a:cs typeface="Courier New" panose="02070309020205020404" pitchFamily="49" charset="0"/>
              </a:rPr>
              <a:t>// FirstProgram.cpp</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2      </a:t>
            </a:r>
            <a:r>
              <a:rPr lang="en-US" altLang="en-PK" sz="1600" dirty="0">
                <a:solidFill>
                  <a:srgbClr val="008000"/>
                </a:solidFill>
                <a:cs typeface="Courier New" panose="02070309020205020404" pitchFamily="49" charset="0"/>
              </a:rPr>
              <a:t>// Printing multiple lines with a single statement</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3      </a:t>
            </a:r>
            <a:r>
              <a:rPr lang="en-US" altLang="en-PK" sz="1600" dirty="0">
                <a:solidFill>
                  <a:srgbClr val="0000FF"/>
                </a:solidFill>
                <a:cs typeface="Courier New" panose="02070309020205020404" pitchFamily="49" charset="0"/>
              </a:rPr>
              <a:t>#include</a:t>
            </a:r>
            <a:r>
              <a:rPr lang="en-US" altLang="en-PK" sz="1600" dirty="0">
                <a:solidFill>
                  <a:srgbClr val="000000"/>
                </a:solidFill>
                <a:cs typeface="Courier New" panose="02070309020205020404" pitchFamily="49" charset="0"/>
              </a:rPr>
              <a:t> &lt;iostream&gt;</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4      </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5      </a:t>
            </a:r>
            <a:r>
              <a:rPr lang="en-US" altLang="en-PK" sz="1600" dirty="0">
                <a:solidFill>
                  <a:srgbClr val="008000"/>
                </a:solidFill>
                <a:cs typeface="Courier New" panose="02070309020205020404" pitchFamily="49" charset="0"/>
              </a:rPr>
              <a:t>// function main begins program execution</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6      </a:t>
            </a:r>
            <a:r>
              <a:rPr lang="en-US" altLang="en-PK" sz="1600" dirty="0">
                <a:solidFill>
                  <a:srgbClr val="0000FF"/>
                </a:solidFill>
                <a:cs typeface="Courier New" panose="02070309020205020404" pitchFamily="49" charset="0"/>
              </a:rPr>
              <a:t>int</a:t>
            </a:r>
            <a:r>
              <a:rPr lang="en-US" altLang="en-PK" sz="1600" dirty="0">
                <a:solidFill>
                  <a:srgbClr val="000000"/>
                </a:solidFill>
                <a:cs typeface="Courier New" panose="02070309020205020404" pitchFamily="49" charset="0"/>
              </a:rPr>
              <a:t> main()</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7      </a:t>
            </a:r>
            <a:r>
              <a:rPr lang="en-US" altLang="en-PK" sz="1600" dirty="0">
                <a:solidFill>
                  <a:srgbClr val="000000"/>
                </a:solidFill>
                <a:cs typeface="Courier New" panose="02070309020205020404" pitchFamily="49" charset="0"/>
              </a:rPr>
              <a:t>{</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8      </a:t>
            </a:r>
            <a:r>
              <a:rPr lang="en-US" altLang="en-PK" sz="1600" dirty="0">
                <a:solidFill>
                  <a:srgbClr val="000000"/>
                </a:solidFill>
                <a:cs typeface="Courier New" panose="02070309020205020404" pitchFamily="49" charset="0"/>
              </a:rPr>
              <a:t>   std::</a:t>
            </a:r>
            <a:r>
              <a:rPr lang="en-US" altLang="en-PK" sz="1600" dirty="0" err="1">
                <a:solidFill>
                  <a:srgbClr val="000000"/>
                </a:solidFill>
                <a:cs typeface="Courier New" panose="02070309020205020404" pitchFamily="49" charset="0"/>
              </a:rPr>
              <a:t>cout</a:t>
            </a:r>
            <a:r>
              <a:rPr lang="en-US" altLang="en-PK" sz="1600" dirty="0">
                <a:solidFill>
                  <a:srgbClr val="000000"/>
                </a:solidFill>
                <a:cs typeface="Courier New" panose="02070309020205020404" pitchFamily="49" charset="0"/>
              </a:rPr>
              <a:t> &lt;&lt; </a:t>
            </a:r>
            <a:r>
              <a:rPr lang="en-US" altLang="en-PK" sz="1600" dirty="0">
                <a:solidFill>
                  <a:srgbClr val="0099FF"/>
                </a:solidFill>
                <a:cs typeface="Courier New" panose="02070309020205020404" pitchFamily="49" charset="0"/>
              </a:rPr>
              <a:t>"Welcome\</a:t>
            </a:r>
            <a:r>
              <a:rPr lang="en-US" altLang="en-PK" sz="1600" dirty="0" err="1">
                <a:solidFill>
                  <a:srgbClr val="0099FF"/>
                </a:solidFill>
                <a:cs typeface="Courier New" panose="02070309020205020404" pitchFamily="49" charset="0"/>
              </a:rPr>
              <a:t>nto</a:t>
            </a:r>
            <a:r>
              <a:rPr lang="en-US" altLang="en-PK" sz="1600" dirty="0">
                <a:solidFill>
                  <a:srgbClr val="0099FF"/>
                </a:solidFill>
                <a:cs typeface="Courier New" panose="02070309020205020404" pitchFamily="49" charset="0"/>
              </a:rPr>
              <a:t>\n\</a:t>
            </a:r>
            <a:r>
              <a:rPr lang="en-US" altLang="en-PK" sz="1600" dirty="0" err="1">
                <a:solidFill>
                  <a:srgbClr val="0099FF"/>
                </a:solidFill>
                <a:cs typeface="Courier New" panose="02070309020205020404" pitchFamily="49" charset="0"/>
              </a:rPr>
              <a:t>nC</a:t>
            </a:r>
            <a:r>
              <a:rPr lang="en-US" altLang="en-PK" sz="1600" dirty="0">
                <a:solidFill>
                  <a:srgbClr val="0099FF"/>
                </a:solidFill>
                <a:cs typeface="Courier New" panose="02070309020205020404" pitchFamily="49" charset="0"/>
              </a:rPr>
              <a:t>++!\n"</a:t>
            </a:r>
            <a:r>
              <a:rPr lang="en-US" altLang="en-PK" sz="1600" dirty="0">
                <a:solidFill>
                  <a:srgbClr val="000000"/>
                </a:solidFill>
                <a:cs typeface="Courier New" panose="02070309020205020404" pitchFamily="49" charset="0"/>
              </a:rPr>
              <a:t>;</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9      </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10    </a:t>
            </a:r>
            <a:r>
              <a:rPr lang="en-US" altLang="en-PK" sz="1600" dirty="0">
                <a:solidFill>
                  <a:srgbClr val="000000"/>
                </a:solidFill>
                <a:cs typeface="Courier New" panose="02070309020205020404" pitchFamily="49" charset="0"/>
              </a:rPr>
              <a:t>   </a:t>
            </a:r>
            <a:r>
              <a:rPr lang="en-US" altLang="en-PK" sz="1600" dirty="0">
                <a:solidFill>
                  <a:srgbClr val="0000FF"/>
                </a:solidFill>
                <a:cs typeface="Courier New" panose="02070309020205020404" pitchFamily="49" charset="0"/>
              </a:rPr>
              <a:t>return</a:t>
            </a:r>
            <a:r>
              <a:rPr lang="en-US" altLang="en-PK" sz="1600" dirty="0">
                <a:solidFill>
                  <a:srgbClr val="000000"/>
                </a:solidFill>
                <a:cs typeface="Courier New" panose="02070309020205020404" pitchFamily="49" charset="0"/>
              </a:rPr>
              <a:t> </a:t>
            </a:r>
            <a:r>
              <a:rPr lang="en-US" altLang="en-PK" sz="1600" dirty="0">
                <a:solidFill>
                  <a:srgbClr val="0099FF"/>
                </a:solidFill>
                <a:cs typeface="Courier New" panose="02070309020205020404" pitchFamily="49" charset="0"/>
              </a:rPr>
              <a:t>0</a:t>
            </a:r>
            <a:r>
              <a:rPr lang="en-US" altLang="en-PK" sz="1600" dirty="0">
                <a:solidFill>
                  <a:srgbClr val="000000"/>
                </a:solidFill>
                <a:cs typeface="Courier New" panose="02070309020205020404" pitchFamily="49" charset="0"/>
              </a:rPr>
              <a:t>;   </a:t>
            </a:r>
            <a:r>
              <a:rPr lang="en-US" altLang="en-PK" sz="1600" dirty="0">
                <a:solidFill>
                  <a:srgbClr val="008000"/>
                </a:solidFill>
                <a:cs typeface="Courier New" panose="02070309020205020404" pitchFamily="49" charset="0"/>
              </a:rPr>
              <a:t>// indicate that program ended successfully</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11    </a:t>
            </a:r>
            <a:endParaRPr lang="en-US" altLang="en-PK" sz="1600" dirty="0">
              <a:solidFill>
                <a:srgbClr val="000000"/>
              </a:solidFill>
              <a:latin typeface="Courier" pitchFamily="49" charset="0"/>
              <a:cs typeface="Times New Roman" panose="02020603050405020304" pitchFamily="18" charset="0"/>
            </a:endParaRPr>
          </a:p>
          <a:p>
            <a:pPr algn="l"/>
            <a:r>
              <a:rPr lang="en-US" altLang="en-PK" sz="1600" dirty="0">
                <a:solidFill>
                  <a:srgbClr val="5F5F5F"/>
                </a:solidFill>
                <a:latin typeface="AvantGarde" pitchFamily="34" charset="0"/>
                <a:cs typeface="Times New Roman" panose="02020603050405020304" pitchFamily="18" charset="0"/>
              </a:rPr>
              <a:t>12    </a:t>
            </a:r>
            <a:r>
              <a:rPr lang="en-US" altLang="en-PK" sz="1600" dirty="0">
                <a:solidFill>
                  <a:srgbClr val="000000"/>
                </a:solidFill>
                <a:cs typeface="Courier New" panose="02070309020205020404" pitchFamily="49" charset="0"/>
              </a:rPr>
              <a:t>}</a:t>
            </a:r>
            <a:r>
              <a:rPr lang="en-US" altLang="en-PK" sz="1600" dirty="0">
                <a:solidFill>
                  <a:srgbClr val="008000"/>
                </a:solidFill>
                <a:cs typeface="Courier New" panose="02070309020205020404" pitchFamily="49" charset="0"/>
              </a:rPr>
              <a:t> // end function main</a:t>
            </a:r>
            <a:endParaRPr lang="en-US" altLang="en-PK" sz="1600" dirty="0">
              <a:solidFill>
                <a:srgbClr val="000000"/>
              </a:solidFill>
              <a:latin typeface="Courier" pitchFamily="49" charset="0"/>
              <a:cs typeface="Times New Roman" panose="02020603050405020304" pitchFamily="18" charset="0"/>
            </a:endParaRPr>
          </a:p>
          <a:p>
            <a:pPr algn="l"/>
            <a:endParaRPr lang="en-US" altLang="en-PK" sz="1600" dirty="0"/>
          </a:p>
        </p:txBody>
      </p:sp>
      <p:sp>
        <p:nvSpPr>
          <p:cNvPr id="212996" name="Rectangle 4">
            <a:extLst>
              <a:ext uri="{FF2B5EF4-FFF2-40B4-BE49-F238E27FC236}">
                <a16:creationId xmlns:a16="http://schemas.microsoft.com/office/drawing/2014/main" id="{6CB8BC89-C88D-39AB-A3A3-B25D8A576DC2}"/>
              </a:ext>
            </a:extLst>
          </p:cNvPr>
          <p:cNvSpPr>
            <a:spLocks noChangeArrowheads="1"/>
          </p:cNvSpPr>
          <p:nvPr/>
        </p:nvSpPr>
        <p:spPr bwMode="auto">
          <a:xfrm>
            <a:off x="1514669" y="5431972"/>
            <a:ext cx="7010400" cy="11430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2880" bIns="182880"/>
          <a:lstStyle/>
          <a:p>
            <a:pPr algn="l">
              <a:spcBef>
                <a:spcPct val="20000"/>
              </a:spcBef>
            </a:pPr>
            <a:r>
              <a:rPr lang="en-US" altLang="en-PK" sz="1200">
                <a:solidFill>
                  <a:srgbClr val="000000"/>
                </a:solidFill>
                <a:latin typeface="Courier New" panose="02070309020205020404" pitchFamily="49" charset="0"/>
                <a:cs typeface="Courier New" panose="02070309020205020404" pitchFamily="49" charset="0"/>
              </a:rPr>
              <a:t>Welcome</a:t>
            </a:r>
            <a:endParaRPr lang="en-US" altLang="en-PK" sz="1200">
              <a:solidFill>
                <a:srgbClr val="000000"/>
              </a:solidFill>
              <a:latin typeface="Courier" pitchFamily="49" charset="0"/>
            </a:endParaRPr>
          </a:p>
          <a:p>
            <a:pPr algn="l">
              <a:spcBef>
                <a:spcPct val="20000"/>
              </a:spcBef>
            </a:pPr>
            <a:r>
              <a:rPr lang="en-US" altLang="en-PK" sz="1200">
                <a:solidFill>
                  <a:srgbClr val="000000"/>
                </a:solidFill>
                <a:latin typeface="Courier New" panose="02070309020205020404" pitchFamily="49" charset="0"/>
                <a:cs typeface="Courier New" panose="02070309020205020404" pitchFamily="49" charset="0"/>
              </a:rPr>
              <a:t>to</a:t>
            </a:r>
            <a:endParaRPr lang="en-US" altLang="en-PK" sz="1200">
              <a:solidFill>
                <a:srgbClr val="000000"/>
              </a:solidFill>
              <a:latin typeface="Courier" pitchFamily="49" charset="0"/>
            </a:endParaRPr>
          </a:p>
          <a:p>
            <a:pPr algn="l">
              <a:spcBef>
                <a:spcPct val="20000"/>
              </a:spcBef>
            </a:pPr>
            <a:r>
              <a:rPr lang="en-US" altLang="en-PK" sz="1200">
                <a:latin typeface="Times New Roman" panose="02020603050405020304" pitchFamily="18" charset="0"/>
              </a:rPr>
              <a:t> </a:t>
            </a:r>
            <a:endParaRPr lang="en-US" altLang="en-PK" sz="1200">
              <a:solidFill>
                <a:srgbClr val="000000"/>
              </a:solidFill>
              <a:latin typeface="Courier" pitchFamily="49" charset="0"/>
            </a:endParaRPr>
          </a:p>
          <a:p>
            <a:pPr algn="l">
              <a:spcBef>
                <a:spcPct val="20000"/>
              </a:spcBef>
            </a:pPr>
            <a:r>
              <a:rPr lang="en-US" altLang="en-PK" sz="1200">
                <a:latin typeface="Courier New" panose="02070309020205020404" pitchFamily="49" charset="0"/>
              </a:rPr>
              <a:t>C++!</a:t>
            </a:r>
            <a:r>
              <a:rPr lang="en-US" altLang="en-PK" sz="1200">
                <a:latin typeface="Courier New" panose="02070309020205020404" pitchFamily="49" charset="0"/>
                <a:cs typeface="Courier New" panose="02070309020205020404" pitchFamily="49" charset="0"/>
              </a:rPr>
              <a:t> </a:t>
            </a:r>
          </a:p>
        </p:txBody>
      </p:sp>
      <p:grpSp>
        <p:nvGrpSpPr>
          <p:cNvPr id="213002" name="Group 10">
            <a:extLst>
              <a:ext uri="{FF2B5EF4-FFF2-40B4-BE49-F238E27FC236}">
                <a16:creationId xmlns:a16="http://schemas.microsoft.com/office/drawing/2014/main" id="{881570B2-3E68-02D0-7322-B752DFEB128A}"/>
              </a:ext>
            </a:extLst>
          </p:cNvPr>
          <p:cNvGrpSpPr>
            <a:grpSpLocks/>
          </p:cNvGrpSpPr>
          <p:nvPr/>
        </p:nvGrpSpPr>
        <p:grpSpPr bwMode="auto">
          <a:xfrm>
            <a:off x="3369905" y="2444618"/>
            <a:ext cx="4114800" cy="1027113"/>
            <a:chOff x="1728" y="528"/>
            <a:chExt cx="2592" cy="647"/>
          </a:xfrm>
        </p:grpSpPr>
        <p:sp>
          <p:nvSpPr>
            <p:cNvPr id="212997" name="Text Box 5">
              <a:extLst>
                <a:ext uri="{FF2B5EF4-FFF2-40B4-BE49-F238E27FC236}">
                  <a16:creationId xmlns:a16="http://schemas.microsoft.com/office/drawing/2014/main" id="{1CA337DF-7B8F-B7D7-4452-30FB92DD82F6}"/>
                </a:ext>
              </a:extLst>
            </p:cNvPr>
            <p:cNvSpPr txBox="1">
              <a:spLocks noChangeArrowheads="1"/>
            </p:cNvSpPr>
            <p:nvPr/>
          </p:nvSpPr>
          <p:spPr bwMode="auto">
            <a:xfrm>
              <a:off x="2640" y="528"/>
              <a:ext cx="1680" cy="64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0"/>
                </a:spcBef>
              </a:pPr>
              <a:r>
                <a:rPr lang="en-US" altLang="en-PK">
                  <a:latin typeface="Times New Roman" panose="02020603050405020304" pitchFamily="18" charset="0"/>
                </a:rPr>
                <a:t>Using newline characters to print on multiple lines.</a:t>
              </a:r>
            </a:p>
          </p:txBody>
        </p:sp>
        <p:sp>
          <p:nvSpPr>
            <p:cNvPr id="212998" name="Line 6">
              <a:extLst>
                <a:ext uri="{FF2B5EF4-FFF2-40B4-BE49-F238E27FC236}">
                  <a16:creationId xmlns:a16="http://schemas.microsoft.com/office/drawing/2014/main" id="{D604F08B-485E-7DF6-5786-83CCC827CB6B}"/>
                </a:ext>
              </a:extLst>
            </p:cNvPr>
            <p:cNvSpPr>
              <a:spLocks noChangeShapeType="1"/>
            </p:cNvSpPr>
            <p:nvPr/>
          </p:nvSpPr>
          <p:spPr bwMode="auto">
            <a:xfrm flipH="1">
              <a:off x="1728" y="624"/>
              <a:ext cx="91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PK"/>
            </a:p>
          </p:txBody>
        </p:sp>
        <p:sp>
          <p:nvSpPr>
            <p:cNvPr id="212999" name="Line 7">
              <a:extLst>
                <a:ext uri="{FF2B5EF4-FFF2-40B4-BE49-F238E27FC236}">
                  <a16:creationId xmlns:a16="http://schemas.microsoft.com/office/drawing/2014/main" id="{D44E2821-FE90-70A0-4B16-32779879E693}"/>
                </a:ext>
              </a:extLst>
            </p:cNvPr>
            <p:cNvSpPr>
              <a:spLocks noChangeShapeType="1"/>
            </p:cNvSpPr>
            <p:nvPr/>
          </p:nvSpPr>
          <p:spPr bwMode="auto">
            <a:xfrm flipH="1">
              <a:off x="1968" y="624"/>
              <a:ext cx="67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sp>
          <p:nvSpPr>
            <p:cNvPr id="213000" name="Line 8">
              <a:extLst>
                <a:ext uri="{FF2B5EF4-FFF2-40B4-BE49-F238E27FC236}">
                  <a16:creationId xmlns:a16="http://schemas.microsoft.com/office/drawing/2014/main" id="{DA46F88F-D17D-BFC1-F3CA-054FE26B8791}"/>
                </a:ext>
              </a:extLst>
            </p:cNvPr>
            <p:cNvSpPr>
              <a:spLocks noChangeShapeType="1"/>
            </p:cNvSpPr>
            <p:nvPr/>
          </p:nvSpPr>
          <p:spPr bwMode="auto">
            <a:xfrm flipH="1">
              <a:off x="2160" y="624"/>
              <a:ext cx="48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sp>
          <p:nvSpPr>
            <p:cNvPr id="213001" name="Line 9">
              <a:extLst>
                <a:ext uri="{FF2B5EF4-FFF2-40B4-BE49-F238E27FC236}">
                  <a16:creationId xmlns:a16="http://schemas.microsoft.com/office/drawing/2014/main" id="{24B67DD8-D338-81DA-4F77-881EF9433E16}"/>
                </a:ext>
              </a:extLst>
            </p:cNvPr>
            <p:cNvSpPr>
              <a:spLocks noChangeShapeType="1"/>
            </p:cNvSpPr>
            <p:nvPr/>
          </p:nvSpPr>
          <p:spPr bwMode="auto">
            <a:xfrm flipH="1">
              <a:off x="2448" y="624"/>
              <a:ext cx="19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PK"/>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3002"/>
                                        </p:tgtEl>
                                        <p:attrNameLst>
                                          <p:attrName>style.visibility</p:attrName>
                                        </p:attrNameLst>
                                      </p:cBhvr>
                                      <p:to>
                                        <p:strVal val="visible"/>
                                      </p:to>
                                    </p:set>
                                  </p:childTnLst>
                                  <p:subTnLst>
                                    <p:set>
                                      <p:cBhvr override="childStyle">
                                        <p:cTn dur="1" fill="hold" display="0" masterRel="nextClick" afterEffect="1"/>
                                        <p:tgtEl>
                                          <p:spTgt spid="2130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IBA Presentation_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A Presentation_Template" id="{98B924F8-68F1-44C3-9B9B-B85D1985B6A8}" vid="{181EC76D-48F6-4716-A60D-DFF8614029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IBA Presentation_Template</Template>
  <TotalTime>16828</TotalTime>
  <Words>2302</Words>
  <Application>Microsoft Office PowerPoint</Application>
  <PresentationFormat>Widescreen</PresentationFormat>
  <Paragraphs>424</Paragraphs>
  <Slides>42</Slides>
  <Notes>22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5" baseType="lpstr">
      <vt:lpstr>Arial</vt:lpstr>
      <vt:lpstr>AvantGarde</vt:lpstr>
      <vt:lpstr>Calibri</vt:lpstr>
      <vt:lpstr>Calibri Light</vt:lpstr>
      <vt:lpstr>Comic Sans MS</vt:lpstr>
      <vt:lpstr>Courier</vt:lpstr>
      <vt:lpstr>Courier New</vt:lpstr>
      <vt:lpstr>Times</vt:lpstr>
      <vt:lpstr>Times New Roman</vt:lpstr>
      <vt:lpstr>Wingdings</vt:lpstr>
      <vt:lpstr>Wingdings 2</vt:lpstr>
      <vt:lpstr>IBA Presentation_Template</vt:lpstr>
      <vt:lpstr>Document</vt:lpstr>
      <vt:lpstr>Introduction to Programming Language (CSE-141)</vt:lpstr>
      <vt:lpstr>Instructor’s Introduction</vt:lpstr>
      <vt:lpstr>Course Introduction</vt:lpstr>
      <vt:lpstr>Course Objective</vt:lpstr>
      <vt:lpstr>Course Learning Outcomes</vt:lpstr>
      <vt:lpstr>Marks Distribution (Tentative)</vt:lpstr>
      <vt:lpstr>Guidelines </vt:lpstr>
      <vt:lpstr>Resources</vt:lpstr>
      <vt:lpstr>Lecture 1 : Introduction to C++</vt:lpstr>
      <vt:lpstr>What a computer program is?</vt:lpstr>
      <vt:lpstr> Machine Languages, Assembly Languages and High-Level Languages</vt:lpstr>
      <vt:lpstr>An Overview Of Computer Languages</vt:lpstr>
      <vt:lpstr>Levels of Program Development</vt:lpstr>
      <vt:lpstr>The Programmer’s Algorithm</vt:lpstr>
      <vt:lpstr>1-Defining the Problem</vt:lpstr>
      <vt:lpstr>Input and Output</vt:lpstr>
      <vt:lpstr>Example 1 Area and Perimeter of a rectangle</vt:lpstr>
      <vt:lpstr>Example 2 Sum and Average of 5 numbers</vt:lpstr>
      <vt:lpstr>Example 3 Area and Perimeter of a circle</vt:lpstr>
      <vt:lpstr>2-Planning the Solution</vt:lpstr>
      <vt:lpstr>Write a Program to Print the Sum of two integer Numbers</vt:lpstr>
      <vt:lpstr>3-Coding the Program</vt:lpstr>
      <vt:lpstr>Why Coding in Programming Languages</vt:lpstr>
      <vt:lpstr>4-Compiling Computer Programs</vt:lpstr>
      <vt:lpstr>Programming Language Compiler</vt:lpstr>
      <vt:lpstr>5-Running The Program</vt:lpstr>
      <vt:lpstr>6-Testing and Debugging the Program</vt:lpstr>
      <vt:lpstr>PowerPoint Presentation</vt:lpstr>
      <vt:lpstr>PowerPoint Presentation</vt:lpstr>
      <vt:lpstr>Why C++?</vt:lpstr>
      <vt:lpstr>Companies that uses C++</vt:lpstr>
      <vt:lpstr>History of C++</vt:lpstr>
      <vt:lpstr>History of C++</vt:lpstr>
      <vt:lpstr>History of C++</vt:lpstr>
      <vt:lpstr>Basics of a Typical C++ Environment</vt:lpstr>
      <vt:lpstr>Basics of a Typical C++ Environment</vt:lpstr>
      <vt:lpstr>A Simple Program: Printing a Line of Text</vt:lpstr>
      <vt:lpstr>PowerPoint Presentation</vt:lpstr>
      <vt:lpstr>A Simple Program: Printing a Line of Text</vt:lpstr>
      <vt:lpstr>A Simple Program: Printing a Line of Text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applications (MIS103)</dc:title>
  <dc:creator>Usman</dc:creator>
  <cp:lastModifiedBy>Maria Rahim Khowaja / Lecturer</cp:lastModifiedBy>
  <cp:revision>512</cp:revision>
  <dcterms:created xsi:type="dcterms:W3CDTF">2017-08-08T08:10:09Z</dcterms:created>
  <dcterms:modified xsi:type="dcterms:W3CDTF">2024-08-22T06:17:55Z</dcterms:modified>
</cp:coreProperties>
</file>